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44" r:id="rId4"/>
    <p:sldMasterId id="2147483745" r:id="rId5"/>
    <p:sldMasterId id="2147483746" r:id="rId6"/>
    <p:sldMasterId id="2147483747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Lexend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Lexend-bold.fntdata"/><Relationship Id="rId27" Type="http://schemas.openxmlformats.org/officeDocument/2006/relationships/font" Target="fonts/Lexend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font" Target="fonts/Raleway-regular.fntdata"/><Relationship Id="rId14" Type="http://schemas.openxmlformats.org/officeDocument/2006/relationships/slide" Target="slides/slide6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19" Type="http://schemas.openxmlformats.org/officeDocument/2006/relationships/font" Target="fonts/Lato-regular.fntdata"/><Relationship Id="rId18" Type="http://schemas.openxmlformats.org/officeDocument/2006/relationships/font" Target="fonts/Raleway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2b1249a7053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2b1249a7053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3cb3e0cd5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3cb3e0cd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3cb3e0cd57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3cb3e0cd57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0639c9f49c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30639c9f49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ecb67869b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3ecb67869b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2f9cff36500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2f9cff3650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"/>
          <p:cNvSpPr txBox="1"/>
          <p:nvPr>
            <p:ph type="ctrTitle"/>
          </p:nvPr>
        </p:nvSpPr>
        <p:spPr>
          <a:xfrm>
            <a:off x="713225" y="875949"/>
            <a:ext cx="4280400" cy="25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713225" y="3594081"/>
            <a:ext cx="4280400" cy="4758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 txBox="1"/>
          <p:nvPr>
            <p:ph type="title"/>
          </p:nvPr>
        </p:nvSpPr>
        <p:spPr>
          <a:xfrm>
            <a:off x="713225" y="2409063"/>
            <a:ext cx="4636500" cy="8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2" name="Google Shape;92;p15"/>
          <p:cNvSpPr txBox="1"/>
          <p:nvPr>
            <p:ph hasCustomPrompt="1" idx="2" type="title"/>
          </p:nvPr>
        </p:nvSpPr>
        <p:spPr>
          <a:xfrm>
            <a:off x="713225" y="1387763"/>
            <a:ext cx="1652100" cy="915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5"/>
          <p:cNvSpPr txBox="1"/>
          <p:nvPr>
            <p:ph idx="1" type="subTitle"/>
          </p:nvPr>
        </p:nvSpPr>
        <p:spPr>
          <a:xfrm>
            <a:off x="713225" y="3280238"/>
            <a:ext cx="46365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1" type="body"/>
          </p:nvPr>
        </p:nvSpPr>
        <p:spPr>
          <a:xfrm>
            <a:off x="720000" y="1215750"/>
            <a:ext cx="6887400" cy="11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1" name="Google Shape;101;p17"/>
          <p:cNvSpPr txBox="1"/>
          <p:nvPr>
            <p:ph idx="1" type="subTitle"/>
          </p:nvPr>
        </p:nvSpPr>
        <p:spPr>
          <a:xfrm>
            <a:off x="5055275" y="36190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2" name="Google Shape;102;p17"/>
          <p:cNvSpPr txBox="1"/>
          <p:nvPr>
            <p:ph idx="2" type="subTitle"/>
          </p:nvPr>
        </p:nvSpPr>
        <p:spPr>
          <a:xfrm>
            <a:off x="1583075" y="36190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3" name="Google Shape;103;p17"/>
          <p:cNvSpPr txBox="1"/>
          <p:nvPr>
            <p:ph idx="3" type="subTitle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04" name="Google Shape;104;p17"/>
          <p:cNvSpPr txBox="1"/>
          <p:nvPr>
            <p:ph idx="4" type="subTitle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3644018" y="921738"/>
            <a:ext cx="4450500" cy="12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3644018" y="2099563"/>
            <a:ext cx="4450500" cy="21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>
            <p:ph type="title"/>
          </p:nvPr>
        </p:nvSpPr>
        <p:spPr>
          <a:xfrm>
            <a:off x="713225" y="1307100"/>
            <a:ext cx="42837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1"/>
          <p:cNvSpPr txBox="1"/>
          <p:nvPr>
            <p:ph type="title"/>
          </p:nvPr>
        </p:nvSpPr>
        <p:spPr>
          <a:xfrm>
            <a:off x="3433325" y="1655500"/>
            <a:ext cx="49974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" type="subTitle"/>
          </p:nvPr>
        </p:nvSpPr>
        <p:spPr>
          <a:xfrm>
            <a:off x="3433325" y="2816925"/>
            <a:ext cx="4997400" cy="6711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2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3"/>
          <p:cNvSpPr txBox="1"/>
          <p:nvPr>
            <p:ph hasCustomPrompt="1" type="title"/>
          </p:nvPr>
        </p:nvSpPr>
        <p:spPr>
          <a:xfrm>
            <a:off x="713225" y="1779350"/>
            <a:ext cx="4918200" cy="10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5" name="Google Shape;125;p23"/>
          <p:cNvSpPr txBox="1"/>
          <p:nvPr>
            <p:ph idx="1" type="subTitle"/>
          </p:nvPr>
        </p:nvSpPr>
        <p:spPr>
          <a:xfrm>
            <a:off x="713225" y="2867050"/>
            <a:ext cx="49182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720000" y="2285397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2" type="subTitle"/>
          </p:nvPr>
        </p:nvSpPr>
        <p:spPr>
          <a:xfrm>
            <a:off x="3346528" y="2285397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5"/>
          <p:cNvSpPr txBox="1"/>
          <p:nvPr>
            <p:ph idx="3" type="subTitle"/>
          </p:nvPr>
        </p:nvSpPr>
        <p:spPr>
          <a:xfrm>
            <a:off x="720000" y="4018576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5"/>
          <p:cNvSpPr txBox="1"/>
          <p:nvPr>
            <p:ph idx="4" type="subTitle"/>
          </p:nvPr>
        </p:nvSpPr>
        <p:spPr>
          <a:xfrm>
            <a:off x="3346528" y="4018576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5"/>
          <p:cNvSpPr txBox="1"/>
          <p:nvPr>
            <p:ph idx="5" type="subTitle"/>
          </p:nvPr>
        </p:nvSpPr>
        <p:spPr>
          <a:xfrm>
            <a:off x="5973063" y="2285397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5"/>
          <p:cNvSpPr txBox="1"/>
          <p:nvPr>
            <p:ph idx="6" type="subTitle"/>
          </p:nvPr>
        </p:nvSpPr>
        <p:spPr>
          <a:xfrm>
            <a:off x="5973063" y="4018576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5"/>
          <p:cNvSpPr txBox="1"/>
          <p:nvPr>
            <p:ph hasCustomPrompt="1" idx="7" type="title"/>
          </p:nvPr>
        </p:nvSpPr>
        <p:spPr>
          <a:xfrm>
            <a:off x="720000" y="1408225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7" name="Google Shape;137;p25"/>
          <p:cNvSpPr txBox="1"/>
          <p:nvPr>
            <p:ph hasCustomPrompt="1" idx="8" type="title"/>
          </p:nvPr>
        </p:nvSpPr>
        <p:spPr>
          <a:xfrm>
            <a:off x="720000" y="3140819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8" name="Google Shape;138;p25"/>
          <p:cNvSpPr txBox="1"/>
          <p:nvPr>
            <p:ph hasCustomPrompt="1" idx="9" type="title"/>
          </p:nvPr>
        </p:nvSpPr>
        <p:spPr>
          <a:xfrm>
            <a:off x="3346528" y="1408225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9" name="Google Shape;139;p25"/>
          <p:cNvSpPr txBox="1"/>
          <p:nvPr>
            <p:ph hasCustomPrompt="1" idx="13" type="title"/>
          </p:nvPr>
        </p:nvSpPr>
        <p:spPr>
          <a:xfrm>
            <a:off x="3346528" y="3140819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0" name="Google Shape;140;p25"/>
          <p:cNvSpPr txBox="1"/>
          <p:nvPr>
            <p:ph hasCustomPrompt="1" idx="14" type="title"/>
          </p:nvPr>
        </p:nvSpPr>
        <p:spPr>
          <a:xfrm>
            <a:off x="5973063" y="1408225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1" name="Google Shape;141;p25"/>
          <p:cNvSpPr txBox="1"/>
          <p:nvPr>
            <p:ph hasCustomPrompt="1" idx="15" type="title"/>
          </p:nvPr>
        </p:nvSpPr>
        <p:spPr>
          <a:xfrm>
            <a:off x="5973063" y="3140819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2" name="Google Shape;142;p25"/>
          <p:cNvSpPr txBox="1"/>
          <p:nvPr>
            <p:ph idx="16" type="subTitle"/>
          </p:nvPr>
        </p:nvSpPr>
        <p:spPr>
          <a:xfrm>
            <a:off x="720000" y="189605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43" name="Google Shape;143;p25"/>
          <p:cNvSpPr txBox="1"/>
          <p:nvPr>
            <p:ph idx="17" type="subTitle"/>
          </p:nvPr>
        </p:nvSpPr>
        <p:spPr>
          <a:xfrm>
            <a:off x="3346528" y="189605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44" name="Google Shape;144;p25"/>
          <p:cNvSpPr txBox="1"/>
          <p:nvPr>
            <p:ph idx="18" type="subTitle"/>
          </p:nvPr>
        </p:nvSpPr>
        <p:spPr>
          <a:xfrm>
            <a:off x="5973063" y="189605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45" name="Google Shape;145;p25"/>
          <p:cNvSpPr txBox="1"/>
          <p:nvPr>
            <p:ph idx="19" type="subTitle"/>
          </p:nvPr>
        </p:nvSpPr>
        <p:spPr>
          <a:xfrm>
            <a:off x="720000" y="362871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46" name="Google Shape;146;p25"/>
          <p:cNvSpPr txBox="1"/>
          <p:nvPr>
            <p:ph idx="20" type="subTitle"/>
          </p:nvPr>
        </p:nvSpPr>
        <p:spPr>
          <a:xfrm>
            <a:off x="3346528" y="362871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47" name="Google Shape;147;p25"/>
          <p:cNvSpPr txBox="1"/>
          <p:nvPr>
            <p:ph idx="21" type="subTitle"/>
          </p:nvPr>
        </p:nvSpPr>
        <p:spPr>
          <a:xfrm>
            <a:off x="5973063" y="362871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6"/>
          <p:cNvSpPr txBox="1"/>
          <p:nvPr>
            <p:ph type="title"/>
          </p:nvPr>
        </p:nvSpPr>
        <p:spPr>
          <a:xfrm>
            <a:off x="4429368" y="3467775"/>
            <a:ext cx="40014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51" name="Google Shape;151;p26"/>
          <p:cNvSpPr txBox="1"/>
          <p:nvPr>
            <p:ph idx="1" type="subTitle"/>
          </p:nvPr>
        </p:nvSpPr>
        <p:spPr>
          <a:xfrm>
            <a:off x="4429350" y="1013925"/>
            <a:ext cx="4001400" cy="23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7"/>
          <p:cNvSpPr txBox="1"/>
          <p:nvPr>
            <p:ph type="title"/>
          </p:nvPr>
        </p:nvSpPr>
        <p:spPr>
          <a:xfrm>
            <a:off x="720000" y="1255350"/>
            <a:ext cx="4273500" cy="175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5" name="Google Shape;155;p27"/>
          <p:cNvSpPr txBox="1"/>
          <p:nvPr>
            <p:ph idx="1" type="subTitle"/>
          </p:nvPr>
        </p:nvSpPr>
        <p:spPr>
          <a:xfrm>
            <a:off x="720000" y="3010350"/>
            <a:ext cx="42735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7"/>
          <p:cNvSpPr/>
          <p:nvPr>
            <p:ph idx="2" type="pic"/>
          </p:nvPr>
        </p:nvSpPr>
        <p:spPr>
          <a:xfrm>
            <a:off x="5273100" y="533863"/>
            <a:ext cx="2910000" cy="4075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8"/>
          <p:cNvSpPr txBox="1"/>
          <p:nvPr>
            <p:ph type="title"/>
          </p:nvPr>
        </p:nvSpPr>
        <p:spPr>
          <a:xfrm>
            <a:off x="720000" y="1637550"/>
            <a:ext cx="39375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0" name="Google Shape;160;p28"/>
          <p:cNvSpPr txBox="1"/>
          <p:nvPr>
            <p:ph idx="1" type="subTitle"/>
          </p:nvPr>
        </p:nvSpPr>
        <p:spPr>
          <a:xfrm>
            <a:off x="720000" y="2700750"/>
            <a:ext cx="39375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9"/>
          <p:cNvSpPr txBox="1"/>
          <p:nvPr>
            <p:ph type="title"/>
          </p:nvPr>
        </p:nvSpPr>
        <p:spPr>
          <a:xfrm>
            <a:off x="4148250" y="1864400"/>
            <a:ext cx="38961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4" name="Google Shape;164;p29"/>
          <p:cNvSpPr txBox="1"/>
          <p:nvPr>
            <p:ph idx="1" type="subTitle"/>
          </p:nvPr>
        </p:nvSpPr>
        <p:spPr>
          <a:xfrm>
            <a:off x="4148425" y="2562000"/>
            <a:ext cx="3896100" cy="9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0"/>
          <p:cNvSpPr txBox="1"/>
          <p:nvPr>
            <p:ph type="title"/>
          </p:nvPr>
        </p:nvSpPr>
        <p:spPr>
          <a:xfrm>
            <a:off x="1192713" y="1830613"/>
            <a:ext cx="40206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8" name="Google Shape;168;p30"/>
          <p:cNvSpPr txBox="1"/>
          <p:nvPr>
            <p:ph idx="1" type="subTitle"/>
          </p:nvPr>
        </p:nvSpPr>
        <p:spPr>
          <a:xfrm>
            <a:off x="1192713" y="2507688"/>
            <a:ext cx="40206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2" name="Google Shape;172;p31"/>
          <p:cNvSpPr txBox="1"/>
          <p:nvPr>
            <p:ph idx="1" type="subTitle"/>
          </p:nvPr>
        </p:nvSpPr>
        <p:spPr>
          <a:xfrm>
            <a:off x="4974075" y="3057025"/>
            <a:ext cx="3022800" cy="11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1"/>
          <p:cNvSpPr txBox="1"/>
          <p:nvPr>
            <p:ph idx="2" type="subTitle"/>
          </p:nvPr>
        </p:nvSpPr>
        <p:spPr>
          <a:xfrm>
            <a:off x="1147126" y="3057025"/>
            <a:ext cx="3022800" cy="11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31"/>
          <p:cNvSpPr txBox="1"/>
          <p:nvPr>
            <p:ph idx="3" type="subTitle"/>
          </p:nvPr>
        </p:nvSpPr>
        <p:spPr>
          <a:xfrm>
            <a:off x="1147124" y="2498125"/>
            <a:ext cx="30228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75" name="Google Shape;175;p31"/>
          <p:cNvSpPr txBox="1"/>
          <p:nvPr>
            <p:ph idx="4" type="subTitle"/>
          </p:nvPr>
        </p:nvSpPr>
        <p:spPr>
          <a:xfrm>
            <a:off x="4974076" y="2498125"/>
            <a:ext cx="30228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9" name="Google Shape;179;p32"/>
          <p:cNvSpPr txBox="1"/>
          <p:nvPr>
            <p:ph idx="1" type="subTitle"/>
          </p:nvPr>
        </p:nvSpPr>
        <p:spPr>
          <a:xfrm>
            <a:off x="4832078" y="1820025"/>
            <a:ext cx="3254100" cy="21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2"/>
          <p:cNvSpPr txBox="1"/>
          <p:nvPr>
            <p:ph idx="2" type="subTitle"/>
          </p:nvPr>
        </p:nvSpPr>
        <p:spPr>
          <a:xfrm>
            <a:off x="1057900" y="1820025"/>
            <a:ext cx="3254100" cy="21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_1_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4" name="Google Shape;184;p33"/>
          <p:cNvSpPr txBox="1"/>
          <p:nvPr>
            <p:ph idx="1" type="body"/>
          </p:nvPr>
        </p:nvSpPr>
        <p:spPr>
          <a:xfrm>
            <a:off x="720000" y="1215750"/>
            <a:ext cx="37116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85" name="Google Shape;185;p33"/>
          <p:cNvSpPr txBox="1"/>
          <p:nvPr>
            <p:ph idx="2" type="body"/>
          </p:nvPr>
        </p:nvSpPr>
        <p:spPr>
          <a:xfrm>
            <a:off x="4712400" y="1215750"/>
            <a:ext cx="37116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Montserrat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9" name="Google Shape;189;p34"/>
          <p:cNvSpPr txBox="1"/>
          <p:nvPr>
            <p:ph idx="1" type="subTitle"/>
          </p:nvPr>
        </p:nvSpPr>
        <p:spPr>
          <a:xfrm>
            <a:off x="713225" y="3068601"/>
            <a:ext cx="2553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4"/>
          <p:cNvSpPr txBox="1"/>
          <p:nvPr>
            <p:ph idx="2" type="subTitle"/>
          </p:nvPr>
        </p:nvSpPr>
        <p:spPr>
          <a:xfrm>
            <a:off x="3295007" y="3068601"/>
            <a:ext cx="2553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4"/>
          <p:cNvSpPr txBox="1"/>
          <p:nvPr>
            <p:ph idx="3" type="subTitle"/>
          </p:nvPr>
        </p:nvSpPr>
        <p:spPr>
          <a:xfrm>
            <a:off x="5876797" y="3068601"/>
            <a:ext cx="2553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4"/>
          <p:cNvSpPr txBox="1"/>
          <p:nvPr>
            <p:ph idx="4" type="subTitle"/>
          </p:nvPr>
        </p:nvSpPr>
        <p:spPr>
          <a:xfrm>
            <a:off x="713225" y="2408600"/>
            <a:ext cx="25539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93" name="Google Shape;193;p34"/>
          <p:cNvSpPr txBox="1"/>
          <p:nvPr>
            <p:ph idx="5" type="subTitle"/>
          </p:nvPr>
        </p:nvSpPr>
        <p:spPr>
          <a:xfrm>
            <a:off x="3295011" y="2408600"/>
            <a:ext cx="25539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194" name="Google Shape;194;p34"/>
          <p:cNvSpPr txBox="1"/>
          <p:nvPr>
            <p:ph idx="6" type="subTitle"/>
          </p:nvPr>
        </p:nvSpPr>
        <p:spPr>
          <a:xfrm>
            <a:off x="5876798" y="2408600"/>
            <a:ext cx="25539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8" name="Google Shape;198;p35"/>
          <p:cNvSpPr txBox="1"/>
          <p:nvPr>
            <p:ph idx="1" type="subTitle"/>
          </p:nvPr>
        </p:nvSpPr>
        <p:spPr>
          <a:xfrm>
            <a:off x="1654375" y="1919100"/>
            <a:ext cx="27957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35"/>
          <p:cNvSpPr txBox="1"/>
          <p:nvPr>
            <p:ph idx="2" type="subTitle"/>
          </p:nvPr>
        </p:nvSpPr>
        <p:spPr>
          <a:xfrm>
            <a:off x="5599130" y="1919100"/>
            <a:ext cx="27957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5"/>
          <p:cNvSpPr txBox="1"/>
          <p:nvPr>
            <p:ph idx="3" type="subTitle"/>
          </p:nvPr>
        </p:nvSpPr>
        <p:spPr>
          <a:xfrm>
            <a:off x="1654375" y="3561975"/>
            <a:ext cx="27957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5"/>
          <p:cNvSpPr txBox="1"/>
          <p:nvPr>
            <p:ph idx="4" type="subTitle"/>
          </p:nvPr>
        </p:nvSpPr>
        <p:spPr>
          <a:xfrm>
            <a:off x="5599130" y="3561975"/>
            <a:ext cx="27957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5"/>
          <p:cNvSpPr txBox="1"/>
          <p:nvPr>
            <p:ph idx="5" type="subTitle"/>
          </p:nvPr>
        </p:nvSpPr>
        <p:spPr>
          <a:xfrm>
            <a:off x="1654375" y="1489700"/>
            <a:ext cx="2795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03" name="Google Shape;203;p35"/>
          <p:cNvSpPr txBox="1"/>
          <p:nvPr>
            <p:ph idx="6" type="subTitle"/>
          </p:nvPr>
        </p:nvSpPr>
        <p:spPr>
          <a:xfrm>
            <a:off x="1654375" y="3132675"/>
            <a:ext cx="2795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04" name="Google Shape;204;p35"/>
          <p:cNvSpPr txBox="1"/>
          <p:nvPr>
            <p:ph idx="7" type="subTitle"/>
          </p:nvPr>
        </p:nvSpPr>
        <p:spPr>
          <a:xfrm>
            <a:off x="5599125" y="1489700"/>
            <a:ext cx="2795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05" name="Google Shape;205;p35"/>
          <p:cNvSpPr txBox="1"/>
          <p:nvPr>
            <p:ph idx="8" type="subTitle"/>
          </p:nvPr>
        </p:nvSpPr>
        <p:spPr>
          <a:xfrm>
            <a:off x="5599125" y="3132675"/>
            <a:ext cx="2795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11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6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9" name="Google Shape;209;p36"/>
          <p:cNvSpPr txBox="1"/>
          <p:nvPr>
            <p:ph idx="1" type="subTitle"/>
          </p:nvPr>
        </p:nvSpPr>
        <p:spPr>
          <a:xfrm>
            <a:off x="2093686" y="2225401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6"/>
          <p:cNvSpPr txBox="1"/>
          <p:nvPr>
            <p:ph idx="2" type="subTitle"/>
          </p:nvPr>
        </p:nvSpPr>
        <p:spPr>
          <a:xfrm>
            <a:off x="4841308" y="2225401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36"/>
          <p:cNvSpPr txBox="1"/>
          <p:nvPr>
            <p:ph idx="3" type="subTitle"/>
          </p:nvPr>
        </p:nvSpPr>
        <p:spPr>
          <a:xfrm>
            <a:off x="719875" y="3817394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36"/>
          <p:cNvSpPr txBox="1"/>
          <p:nvPr>
            <p:ph idx="4" type="subTitle"/>
          </p:nvPr>
        </p:nvSpPr>
        <p:spPr>
          <a:xfrm>
            <a:off x="3467497" y="3817394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36"/>
          <p:cNvSpPr txBox="1"/>
          <p:nvPr>
            <p:ph idx="5" type="subTitle"/>
          </p:nvPr>
        </p:nvSpPr>
        <p:spPr>
          <a:xfrm>
            <a:off x="6215119" y="3817394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36"/>
          <p:cNvSpPr txBox="1"/>
          <p:nvPr>
            <p:ph idx="6" type="subTitle"/>
          </p:nvPr>
        </p:nvSpPr>
        <p:spPr>
          <a:xfrm>
            <a:off x="2094675" y="1409075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5" name="Google Shape;215;p36"/>
          <p:cNvSpPr txBox="1"/>
          <p:nvPr>
            <p:ph idx="7" type="subTitle"/>
          </p:nvPr>
        </p:nvSpPr>
        <p:spPr>
          <a:xfrm>
            <a:off x="4842299" y="1409075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6" name="Google Shape;216;p36"/>
          <p:cNvSpPr txBox="1"/>
          <p:nvPr>
            <p:ph idx="8" type="subTitle"/>
          </p:nvPr>
        </p:nvSpPr>
        <p:spPr>
          <a:xfrm>
            <a:off x="720875" y="3001069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7" name="Google Shape;217;p36"/>
          <p:cNvSpPr txBox="1"/>
          <p:nvPr>
            <p:ph idx="9" type="subTitle"/>
          </p:nvPr>
        </p:nvSpPr>
        <p:spPr>
          <a:xfrm>
            <a:off x="3468499" y="3001069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18" name="Google Shape;218;p36"/>
          <p:cNvSpPr txBox="1"/>
          <p:nvPr>
            <p:ph idx="13" type="subTitle"/>
          </p:nvPr>
        </p:nvSpPr>
        <p:spPr>
          <a:xfrm>
            <a:off x="6216123" y="3001069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7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2" name="Google Shape;222;p37"/>
          <p:cNvSpPr txBox="1"/>
          <p:nvPr>
            <p:ph idx="1" type="subTitle"/>
          </p:nvPr>
        </p:nvSpPr>
        <p:spPr>
          <a:xfrm>
            <a:off x="720000" y="1959325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7"/>
          <p:cNvSpPr txBox="1"/>
          <p:nvPr>
            <p:ph idx="2" type="subTitle"/>
          </p:nvPr>
        </p:nvSpPr>
        <p:spPr>
          <a:xfrm>
            <a:off x="3467622" y="1959325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7"/>
          <p:cNvSpPr txBox="1"/>
          <p:nvPr>
            <p:ph idx="3" type="subTitle"/>
          </p:nvPr>
        </p:nvSpPr>
        <p:spPr>
          <a:xfrm>
            <a:off x="720000" y="3465750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7"/>
          <p:cNvSpPr txBox="1"/>
          <p:nvPr>
            <p:ph idx="4" type="subTitle"/>
          </p:nvPr>
        </p:nvSpPr>
        <p:spPr>
          <a:xfrm>
            <a:off x="3467622" y="3465750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7"/>
          <p:cNvSpPr txBox="1"/>
          <p:nvPr>
            <p:ph idx="5" type="subTitle"/>
          </p:nvPr>
        </p:nvSpPr>
        <p:spPr>
          <a:xfrm>
            <a:off x="6215244" y="1959325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7"/>
          <p:cNvSpPr txBox="1"/>
          <p:nvPr>
            <p:ph idx="6" type="subTitle"/>
          </p:nvPr>
        </p:nvSpPr>
        <p:spPr>
          <a:xfrm>
            <a:off x="6215244" y="3465750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7"/>
          <p:cNvSpPr txBox="1"/>
          <p:nvPr>
            <p:ph idx="7" type="subTitle"/>
          </p:nvPr>
        </p:nvSpPr>
        <p:spPr>
          <a:xfrm>
            <a:off x="721001" y="15804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29" name="Google Shape;229;p37"/>
          <p:cNvSpPr txBox="1"/>
          <p:nvPr>
            <p:ph idx="8" type="subTitle"/>
          </p:nvPr>
        </p:nvSpPr>
        <p:spPr>
          <a:xfrm>
            <a:off x="3468623" y="15804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30" name="Google Shape;230;p37"/>
          <p:cNvSpPr txBox="1"/>
          <p:nvPr>
            <p:ph idx="9" type="subTitle"/>
          </p:nvPr>
        </p:nvSpPr>
        <p:spPr>
          <a:xfrm>
            <a:off x="6216245" y="15804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31" name="Google Shape;231;p37"/>
          <p:cNvSpPr txBox="1"/>
          <p:nvPr>
            <p:ph idx="13" type="subTitle"/>
          </p:nvPr>
        </p:nvSpPr>
        <p:spPr>
          <a:xfrm>
            <a:off x="721001" y="30868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32" name="Google Shape;232;p37"/>
          <p:cNvSpPr txBox="1"/>
          <p:nvPr>
            <p:ph idx="14" type="subTitle"/>
          </p:nvPr>
        </p:nvSpPr>
        <p:spPr>
          <a:xfrm>
            <a:off x="3468623" y="30868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233" name="Google Shape;233;p37"/>
          <p:cNvSpPr txBox="1"/>
          <p:nvPr>
            <p:ph idx="15" type="subTitle"/>
          </p:nvPr>
        </p:nvSpPr>
        <p:spPr>
          <a:xfrm>
            <a:off x="6216245" y="30868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8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8"/>
          <p:cNvSpPr txBox="1"/>
          <p:nvPr>
            <p:ph hasCustomPrompt="1" type="title"/>
          </p:nvPr>
        </p:nvSpPr>
        <p:spPr>
          <a:xfrm>
            <a:off x="3850600" y="575625"/>
            <a:ext cx="45801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7" name="Google Shape;237;p38"/>
          <p:cNvSpPr txBox="1"/>
          <p:nvPr>
            <p:ph idx="1" type="subTitle"/>
          </p:nvPr>
        </p:nvSpPr>
        <p:spPr>
          <a:xfrm>
            <a:off x="3850600" y="1264549"/>
            <a:ext cx="45801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" name="Google Shape;238;p38"/>
          <p:cNvSpPr txBox="1"/>
          <p:nvPr>
            <p:ph hasCustomPrompt="1" idx="2" type="title"/>
          </p:nvPr>
        </p:nvSpPr>
        <p:spPr>
          <a:xfrm>
            <a:off x="3850600" y="1927888"/>
            <a:ext cx="45801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9" name="Google Shape;239;p38"/>
          <p:cNvSpPr txBox="1"/>
          <p:nvPr>
            <p:ph idx="3" type="subTitle"/>
          </p:nvPr>
        </p:nvSpPr>
        <p:spPr>
          <a:xfrm>
            <a:off x="3850600" y="2616812"/>
            <a:ext cx="45801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0" name="Google Shape;240;p38"/>
          <p:cNvSpPr txBox="1"/>
          <p:nvPr>
            <p:ph hasCustomPrompt="1" idx="4" type="title"/>
          </p:nvPr>
        </p:nvSpPr>
        <p:spPr>
          <a:xfrm>
            <a:off x="3850600" y="3280151"/>
            <a:ext cx="45801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1" name="Google Shape;241;p38"/>
          <p:cNvSpPr txBox="1"/>
          <p:nvPr>
            <p:ph idx="5" type="subTitle"/>
          </p:nvPr>
        </p:nvSpPr>
        <p:spPr>
          <a:xfrm>
            <a:off x="3850600" y="3969075"/>
            <a:ext cx="45801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9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9"/>
          <p:cNvSpPr txBox="1"/>
          <p:nvPr>
            <p:ph type="title"/>
          </p:nvPr>
        </p:nvSpPr>
        <p:spPr>
          <a:xfrm>
            <a:off x="713225" y="8194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5" name="Google Shape;245;p39"/>
          <p:cNvSpPr txBox="1"/>
          <p:nvPr>
            <p:ph idx="1" type="subTitle"/>
          </p:nvPr>
        </p:nvSpPr>
        <p:spPr>
          <a:xfrm>
            <a:off x="713225" y="18309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39"/>
          <p:cNvSpPr txBox="1"/>
          <p:nvPr/>
        </p:nvSpPr>
        <p:spPr>
          <a:xfrm>
            <a:off x="713225" y="3450025"/>
            <a:ext cx="41952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12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0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9" name="Google Shape;249;p40"/>
          <p:cNvGrpSpPr/>
          <p:nvPr/>
        </p:nvGrpSpPr>
        <p:grpSpPr>
          <a:xfrm>
            <a:off x="6422987" y="729533"/>
            <a:ext cx="2007405" cy="3684433"/>
            <a:chOff x="6899688" y="1333676"/>
            <a:chExt cx="1531085" cy="2810185"/>
          </a:xfrm>
        </p:grpSpPr>
        <p:sp>
          <p:nvSpPr>
            <p:cNvPr id="250" name="Google Shape;250;p40"/>
            <p:cNvSpPr/>
            <p:nvPr/>
          </p:nvSpPr>
          <p:spPr>
            <a:xfrm>
              <a:off x="6899688" y="4003941"/>
              <a:ext cx="930788" cy="139920"/>
            </a:xfrm>
            <a:custGeom>
              <a:rect b="b" l="l" r="r" t="t"/>
              <a:pathLst>
                <a:path extrusionOk="0" h="2029" w="13498">
                  <a:moveTo>
                    <a:pt x="6749" y="0"/>
                  </a:moveTo>
                  <a:cubicBezTo>
                    <a:pt x="3025" y="0"/>
                    <a:pt x="1" y="451"/>
                    <a:pt x="1" y="1008"/>
                  </a:cubicBezTo>
                  <a:cubicBezTo>
                    <a:pt x="1" y="1578"/>
                    <a:pt x="3025" y="2028"/>
                    <a:pt x="6749" y="2028"/>
                  </a:cubicBezTo>
                  <a:cubicBezTo>
                    <a:pt x="10473" y="2028"/>
                    <a:pt x="13497" y="1578"/>
                    <a:pt x="13497" y="1008"/>
                  </a:cubicBezTo>
                  <a:cubicBezTo>
                    <a:pt x="13497" y="451"/>
                    <a:pt x="10473" y="0"/>
                    <a:pt x="67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40"/>
            <p:cNvSpPr/>
            <p:nvPr/>
          </p:nvSpPr>
          <p:spPr>
            <a:xfrm>
              <a:off x="7702030" y="1333676"/>
              <a:ext cx="728743" cy="1839370"/>
            </a:xfrm>
            <a:custGeom>
              <a:rect b="b" l="l" r="r" t="t"/>
              <a:pathLst>
                <a:path extrusionOk="0" h="26673" w="10568">
                  <a:moveTo>
                    <a:pt x="10567" y="0"/>
                  </a:moveTo>
                  <a:lnTo>
                    <a:pt x="0" y="4412"/>
                  </a:lnTo>
                  <a:lnTo>
                    <a:pt x="0" y="22273"/>
                  </a:lnTo>
                  <a:lnTo>
                    <a:pt x="10567" y="26673"/>
                  </a:lnTo>
                  <a:lnTo>
                    <a:pt x="1056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40"/>
            <p:cNvSpPr/>
            <p:nvPr/>
          </p:nvSpPr>
          <p:spPr>
            <a:xfrm>
              <a:off x="7726510" y="1636272"/>
              <a:ext cx="620824" cy="1135220"/>
            </a:xfrm>
            <a:custGeom>
              <a:rect b="b" l="l" r="r" t="t"/>
              <a:pathLst>
                <a:path extrusionOk="0" h="16462" w="9003">
                  <a:moveTo>
                    <a:pt x="9003" y="0"/>
                  </a:moveTo>
                  <a:lnTo>
                    <a:pt x="1" y="3084"/>
                  </a:lnTo>
                  <a:lnTo>
                    <a:pt x="1" y="13378"/>
                  </a:lnTo>
                  <a:lnTo>
                    <a:pt x="9003" y="16462"/>
                  </a:lnTo>
                  <a:lnTo>
                    <a:pt x="90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3" name="Google Shape;253;p40"/>
            <p:cNvGrpSpPr/>
            <p:nvPr/>
          </p:nvGrpSpPr>
          <p:grpSpPr>
            <a:xfrm>
              <a:off x="7813006" y="2093324"/>
              <a:ext cx="496423" cy="400019"/>
              <a:chOff x="7470194" y="2101380"/>
              <a:chExt cx="441697" cy="355920"/>
            </a:xfrm>
          </p:grpSpPr>
          <p:sp>
            <p:nvSpPr>
              <p:cNvPr id="254" name="Google Shape;254;p40"/>
              <p:cNvSpPr/>
              <p:nvPr/>
            </p:nvSpPr>
            <p:spPr>
              <a:xfrm>
                <a:off x="7470194" y="2128315"/>
                <a:ext cx="40065" cy="256955"/>
              </a:xfrm>
              <a:custGeom>
                <a:rect b="b" l="l" r="r" t="t"/>
                <a:pathLst>
                  <a:path extrusionOk="0" h="4188" w="653">
                    <a:moveTo>
                      <a:pt x="652" y="1"/>
                    </a:moveTo>
                    <a:lnTo>
                      <a:pt x="0" y="48"/>
                    </a:lnTo>
                    <a:lnTo>
                      <a:pt x="0" y="4069"/>
                    </a:lnTo>
                    <a:lnTo>
                      <a:pt x="652" y="4187"/>
                    </a:lnTo>
                    <a:lnTo>
                      <a:pt x="65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40"/>
              <p:cNvSpPr/>
              <p:nvPr/>
            </p:nvSpPr>
            <p:spPr>
              <a:xfrm>
                <a:off x="7526947" y="2124695"/>
                <a:ext cx="44421" cy="271496"/>
              </a:xfrm>
              <a:custGeom>
                <a:rect b="b" l="l" r="r" t="t"/>
                <a:pathLst>
                  <a:path extrusionOk="0" h="4425" w="724">
                    <a:moveTo>
                      <a:pt x="724" y="1"/>
                    </a:moveTo>
                    <a:lnTo>
                      <a:pt x="0" y="48"/>
                    </a:lnTo>
                    <a:lnTo>
                      <a:pt x="0" y="4294"/>
                    </a:lnTo>
                    <a:lnTo>
                      <a:pt x="724" y="4424"/>
                    </a:lnTo>
                    <a:lnTo>
                      <a:pt x="72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40"/>
              <p:cNvSpPr/>
              <p:nvPr/>
            </p:nvSpPr>
            <p:spPr>
              <a:xfrm>
                <a:off x="7590205" y="2119603"/>
                <a:ext cx="50311" cy="288921"/>
              </a:xfrm>
              <a:custGeom>
                <a:rect b="b" l="l" r="r" t="t"/>
                <a:pathLst>
                  <a:path extrusionOk="0" h="4709" w="820">
                    <a:moveTo>
                      <a:pt x="819" y="0"/>
                    </a:moveTo>
                    <a:lnTo>
                      <a:pt x="1" y="60"/>
                    </a:lnTo>
                    <a:lnTo>
                      <a:pt x="1" y="4566"/>
                    </a:lnTo>
                    <a:lnTo>
                      <a:pt x="819" y="4709"/>
                    </a:lnTo>
                    <a:lnTo>
                      <a:pt x="81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40"/>
              <p:cNvSpPr/>
              <p:nvPr/>
            </p:nvSpPr>
            <p:spPr>
              <a:xfrm>
                <a:off x="7661561" y="2114510"/>
                <a:ext cx="57551" cy="308554"/>
              </a:xfrm>
              <a:custGeom>
                <a:rect b="b" l="l" r="r" t="t"/>
                <a:pathLst>
                  <a:path extrusionOk="0" h="5029" w="938">
                    <a:moveTo>
                      <a:pt x="937" y="0"/>
                    </a:moveTo>
                    <a:lnTo>
                      <a:pt x="0" y="60"/>
                    </a:lnTo>
                    <a:lnTo>
                      <a:pt x="0" y="4863"/>
                    </a:lnTo>
                    <a:lnTo>
                      <a:pt x="937" y="5029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40"/>
              <p:cNvSpPr/>
              <p:nvPr/>
            </p:nvSpPr>
            <p:spPr>
              <a:xfrm>
                <a:off x="7743041" y="2107945"/>
                <a:ext cx="65527" cy="331133"/>
              </a:xfrm>
              <a:custGeom>
                <a:rect b="b" l="l" r="r" t="t"/>
                <a:pathLst>
                  <a:path extrusionOk="0" h="5397" w="1068">
                    <a:moveTo>
                      <a:pt x="1068" y="1"/>
                    </a:moveTo>
                    <a:lnTo>
                      <a:pt x="0" y="84"/>
                    </a:lnTo>
                    <a:lnTo>
                      <a:pt x="0" y="5207"/>
                    </a:lnTo>
                    <a:lnTo>
                      <a:pt x="1068" y="5397"/>
                    </a:lnTo>
                    <a:lnTo>
                      <a:pt x="106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40"/>
              <p:cNvSpPr/>
              <p:nvPr/>
            </p:nvSpPr>
            <p:spPr>
              <a:xfrm>
                <a:off x="7836178" y="2101380"/>
                <a:ext cx="75712" cy="355920"/>
              </a:xfrm>
              <a:custGeom>
                <a:rect b="b" l="l" r="r" t="t"/>
                <a:pathLst>
                  <a:path extrusionOk="0" h="5801" w="1234">
                    <a:moveTo>
                      <a:pt x="1234" y="1"/>
                    </a:moveTo>
                    <a:lnTo>
                      <a:pt x="1" y="84"/>
                    </a:lnTo>
                    <a:lnTo>
                      <a:pt x="1" y="5587"/>
                    </a:lnTo>
                    <a:lnTo>
                      <a:pt x="1234" y="5800"/>
                    </a:lnTo>
                    <a:lnTo>
                      <a:pt x="123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0" name="Google Shape;260;p40"/>
            <p:cNvGrpSpPr/>
            <p:nvPr/>
          </p:nvGrpSpPr>
          <p:grpSpPr>
            <a:xfrm>
              <a:off x="7822798" y="2162074"/>
              <a:ext cx="467047" cy="327959"/>
              <a:chOff x="7478906" y="2162552"/>
              <a:chExt cx="415559" cy="291804"/>
            </a:xfrm>
          </p:grpSpPr>
          <p:sp>
            <p:nvSpPr>
              <p:cNvPr id="261" name="Google Shape;261;p40"/>
              <p:cNvSpPr/>
              <p:nvPr/>
            </p:nvSpPr>
            <p:spPr>
              <a:xfrm>
                <a:off x="7478906" y="2262193"/>
                <a:ext cx="21904" cy="121606"/>
              </a:xfrm>
              <a:custGeom>
                <a:rect b="b" l="l" r="r" t="t"/>
                <a:pathLst>
                  <a:path extrusionOk="0" h="1982" w="357">
                    <a:moveTo>
                      <a:pt x="0" y="1"/>
                    </a:moveTo>
                    <a:lnTo>
                      <a:pt x="0" y="1922"/>
                    </a:lnTo>
                    <a:lnTo>
                      <a:pt x="356" y="1982"/>
                    </a:lnTo>
                    <a:lnTo>
                      <a:pt x="356" y="2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40"/>
              <p:cNvSpPr/>
              <p:nvPr/>
            </p:nvSpPr>
            <p:spPr>
              <a:xfrm>
                <a:off x="7536396" y="2210532"/>
                <a:ext cx="24787" cy="184188"/>
              </a:xfrm>
              <a:custGeom>
                <a:rect b="b" l="l" r="r" t="t"/>
                <a:pathLst>
                  <a:path extrusionOk="0" h="3002" w="404">
                    <a:moveTo>
                      <a:pt x="0" y="1"/>
                    </a:moveTo>
                    <a:lnTo>
                      <a:pt x="0" y="2930"/>
                    </a:lnTo>
                    <a:lnTo>
                      <a:pt x="404" y="3001"/>
                    </a:lnTo>
                    <a:lnTo>
                      <a:pt x="404" y="1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40"/>
              <p:cNvSpPr/>
              <p:nvPr/>
            </p:nvSpPr>
            <p:spPr>
              <a:xfrm>
                <a:off x="7601126" y="2306614"/>
                <a:ext cx="27732" cy="100499"/>
              </a:xfrm>
              <a:custGeom>
                <a:rect b="b" l="l" r="r" t="t"/>
                <a:pathLst>
                  <a:path extrusionOk="0" h="1638" w="452">
                    <a:moveTo>
                      <a:pt x="1" y="0"/>
                    </a:moveTo>
                    <a:lnTo>
                      <a:pt x="1" y="1554"/>
                    </a:lnTo>
                    <a:lnTo>
                      <a:pt x="451" y="1637"/>
                    </a:lnTo>
                    <a:lnTo>
                      <a:pt x="451" y="4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40"/>
              <p:cNvSpPr/>
              <p:nvPr/>
            </p:nvSpPr>
            <p:spPr>
              <a:xfrm>
                <a:off x="7673893" y="2250597"/>
                <a:ext cx="32089" cy="170321"/>
              </a:xfrm>
              <a:custGeom>
                <a:rect b="b" l="l" r="r" t="t"/>
                <a:pathLst>
                  <a:path extrusionOk="0" h="2776" w="523">
                    <a:moveTo>
                      <a:pt x="1" y="0"/>
                    </a:moveTo>
                    <a:lnTo>
                      <a:pt x="1" y="2681"/>
                    </a:lnTo>
                    <a:lnTo>
                      <a:pt x="523" y="2775"/>
                    </a:lnTo>
                    <a:lnTo>
                      <a:pt x="523" y="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40"/>
              <p:cNvSpPr/>
              <p:nvPr/>
            </p:nvSpPr>
            <p:spPr>
              <a:xfrm>
                <a:off x="7756846" y="2193107"/>
                <a:ext cx="36445" cy="243089"/>
              </a:xfrm>
              <a:custGeom>
                <a:rect b="b" l="l" r="r" t="t"/>
                <a:pathLst>
                  <a:path extrusionOk="0" h="3962" w="594">
                    <a:moveTo>
                      <a:pt x="594" y="0"/>
                    </a:moveTo>
                    <a:lnTo>
                      <a:pt x="1" y="12"/>
                    </a:lnTo>
                    <a:lnTo>
                      <a:pt x="1" y="3855"/>
                    </a:lnTo>
                    <a:lnTo>
                      <a:pt x="594" y="3961"/>
                    </a:lnTo>
                    <a:lnTo>
                      <a:pt x="59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40"/>
              <p:cNvSpPr/>
              <p:nvPr/>
            </p:nvSpPr>
            <p:spPr>
              <a:xfrm>
                <a:off x="7852192" y="2162552"/>
                <a:ext cx="42274" cy="291804"/>
              </a:xfrm>
              <a:custGeom>
                <a:rect b="b" l="l" r="r" t="t"/>
                <a:pathLst>
                  <a:path extrusionOk="0" h="4756" w="689">
                    <a:moveTo>
                      <a:pt x="688" y="0"/>
                    </a:moveTo>
                    <a:lnTo>
                      <a:pt x="0" y="24"/>
                    </a:lnTo>
                    <a:lnTo>
                      <a:pt x="0" y="4637"/>
                    </a:lnTo>
                    <a:lnTo>
                      <a:pt x="688" y="4756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7" name="Google Shape;267;p40"/>
            <p:cNvGrpSpPr/>
            <p:nvPr/>
          </p:nvGrpSpPr>
          <p:grpSpPr>
            <a:xfrm>
              <a:off x="7805628" y="1868385"/>
              <a:ext cx="510352" cy="124468"/>
              <a:chOff x="7463629" y="1901239"/>
              <a:chExt cx="454090" cy="110747"/>
            </a:xfrm>
          </p:grpSpPr>
          <p:sp>
            <p:nvSpPr>
              <p:cNvPr id="268" name="Google Shape;268;p40"/>
              <p:cNvSpPr/>
              <p:nvPr/>
            </p:nvSpPr>
            <p:spPr>
              <a:xfrm>
                <a:off x="7463629" y="1988547"/>
                <a:ext cx="30616" cy="23438"/>
              </a:xfrm>
              <a:custGeom>
                <a:rect b="b" l="l" r="r" t="t"/>
                <a:pathLst>
                  <a:path extrusionOk="0" h="382" w="499">
                    <a:moveTo>
                      <a:pt x="447" y="0"/>
                    </a:moveTo>
                    <a:cubicBezTo>
                      <a:pt x="444" y="0"/>
                      <a:pt x="442" y="1"/>
                      <a:pt x="439" y="2"/>
                    </a:cubicBezTo>
                    <a:lnTo>
                      <a:pt x="60" y="85"/>
                    </a:lnTo>
                    <a:cubicBezTo>
                      <a:pt x="24" y="85"/>
                      <a:pt x="0" y="156"/>
                      <a:pt x="0" y="239"/>
                    </a:cubicBezTo>
                    <a:cubicBezTo>
                      <a:pt x="0" y="322"/>
                      <a:pt x="24" y="381"/>
                      <a:pt x="60" y="381"/>
                    </a:cubicBezTo>
                    <a:lnTo>
                      <a:pt x="439" y="310"/>
                    </a:lnTo>
                    <a:cubicBezTo>
                      <a:pt x="475" y="298"/>
                      <a:pt x="498" y="227"/>
                      <a:pt x="498" y="144"/>
                    </a:cubicBezTo>
                    <a:cubicBezTo>
                      <a:pt x="498" y="67"/>
                      <a:pt x="478" y="0"/>
                      <a:pt x="4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40"/>
              <p:cNvSpPr/>
              <p:nvPr/>
            </p:nvSpPr>
            <p:spPr>
              <a:xfrm>
                <a:off x="7512345" y="1977688"/>
                <a:ext cx="34297" cy="24910"/>
              </a:xfrm>
              <a:custGeom>
                <a:rect b="b" l="l" r="r" t="t"/>
                <a:pathLst>
                  <a:path extrusionOk="0" h="406" w="559">
                    <a:moveTo>
                      <a:pt x="487" y="1"/>
                    </a:moveTo>
                    <a:lnTo>
                      <a:pt x="72" y="96"/>
                    </a:lnTo>
                    <a:cubicBezTo>
                      <a:pt x="37" y="96"/>
                      <a:pt x="1" y="179"/>
                      <a:pt x="1" y="262"/>
                    </a:cubicBezTo>
                    <a:cubicBezTo>
                      <a:pt x="1" y="339"/>
                      <a:pt x="31" y="405"/>
                      <a:pt x="64" y="405"/>
                    </a:cubicBezTo>
                    <a:cubicBezTo>
                      <a:pt x="67" y="405"/>
                      <a:pt x="69" y="405"/>
                      <a:pt x="72" y="404"/>
                    </a:cubicBezTo>
                    <a:lnTo>
                      <a:pt x="487" y="321"/>
                    </a:lnTo>
                    <a:cubicBezTo>
                      <a:pt x="535" y="321"/>
                      <a:pt x="558" y="238"/>
                      <a:pt x="558" y="155"/>
                    </a:cubicBezTo>
                    <a:lnTo>
                      <a:pt x="558" y="143"/>
                    </a:lnTo>
                    <a:cubicBezTo>
                      <a:pt x="558" y="60"/>
                      <a:pt x="535" y="1"/>
                      <a:pt x="4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40"/>
              <p:cNvSpPr/>
              <p:nvPr/>
            </p:nvSpPr>
            <p:spPr>
              <a:xfrm>
                <a:off x="7566951" y="1965969"/>
                <a:ext cx="37917" cy="26383"/>
              </a:xfrm>
              <a:custGeom>
                <a:rect b="b" l="l" r="r" t="t"/>
                <a:pathLst>
                  <a:path extrusionOk="0" h="430" w="618">
                    <a:moveTo>
                      <a:pt x="556" y="1"/>
                    </a:moveTo>
                    <a:cubicBezTo>
                      <a:pt x="553" y="1"/>
                      <a:pt x="549" y="1"/>
                      <a:pt x="546" y="2"/>
                    </a:cubicBezTo>
                    <a:lnTo>
                      <a:pt x="72" y="97"/>
                    </a:lnTo>
                    <a:cubicBezTo>
                      <a:pt x="36" y="109"/>
                      <a:pt x="0" y="180"/>
                      <a:pt x="0" y="275"/>
                    </a:cubicBezTo>
                    <a:cubicBezTo>
                      <a:pt x="0" y="370"/>
                      <a:pt x="36" y="429"/>
                      <a:pt x="72" y="429"/>
                    </a:cubicBezTo>
                    <a:lnTo>
                      <a:pt x="546" y="334"/>
                    </a:lnTo>
                    <a:cubicBezTo>
                      <a:pt x="593" y="334"/>
                      <a:pt x="617" y="251"/>
                      <a:pt x="617" y="156"/>
                    </a:cubicBezTo>
                    <a:cubicBezTo>
                      <a:pt x="617" y="68"/>
                      <a:pt x="597" y="1"/>
                      <a:pt x="55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40"/>
              <p:cNvSpPr/>
              <p:nvPr/>
            </p:nvSpPr>
            <p:spPr>
              <a:xfrm>
                <a:off x="7627325" y="1952225"/>
                <a:ext cx="43010" cy="28530"/>
              </a:xfrm>
              <a:custGeom>
                <a:rect b="b" l="l" r="r" t="t"/>
                <a:pathLst>
                  <a:path extrusionOk="0" h="465" w="701">
                    <a:moveTo>
                      <a:pt x="617" y="1"/>
                    </a:moveTo>
                    <a:lnTo>
                      <a:pt x="84" y="119"/>
                    </a:lnTo>
                    <a:cubicBezTo>
                      <a:pt x="36" y="119"/>
                      <a:pt x="1" y="214"/>
                      <a:pt x="1" y="309"/>
                    </a:cubicBezTo>
                    <a:cubicBezTo>
                      <a:pt x="1" y="397"/>
                      <a:pt x="42" y="465"/>
                      <a:pt x="76" y="465"/>
                    </a:cubicBezTo>
                    <a:cubicBezTo>
                      <a:pt x="79" y="465"/>
                      <a:pt x="81" y="464"/>
                      <a:pt x="84" y="463"/>
                    </a:cubicBezTo>
                    <a:lnTo>
                      <a:pt x="617" y="368"/>
                    </a:lnTo>
                    <a:cubicBezTo>
                      <a:pt x="665" y="357"/>
                      <a:pt x="700" y="262"/>
                      <a:pt x="700" y="167"/>
                    </a:cubicBezTo>
                    <a:cubicBezTo>
                      <a:pt x="700" y="72"/>
                      <a:pt x="665" y="1"/>
                      <a:pt x="6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40"/>
              <p:cNvSpPr/>
              <p:nvPr/>
            </p:nvSpPr>
            <p:spPr>
              <a:xfrm>
                <a:off x="7695736" y="1937622"/>
                <a:ext cx="47366" cy="30064"/>
              </a:xfrm>
              <a:custGeom>
                <a:rect b="b" l="l" r="r" t="t"/>
                <a:pathLst>
                  <a:path extrusionOk="0" h="490" w="772">
                    <a:moveTo>
                      <a:pt x="689" y="0"/>
                    </a:moveTo>
                    <a:cubicBezTo>
                      <a:pt x="685" y="0"/>
                      <a:pt x="681" y="1"/>
                      <a:pt x="677" y="2"/>
                    </a:cubicBezTo>
                    <a:lnTo>
                      <a:pt x="84" y="120"/>
                    </a:lnTo>
                    <a:cubicBezTo>
                      <a:pt x="36" y="132"/>
                      <a:pt x="1" y="227"/>
                      <a:pt x="1" y="322"/>
                    </a:cubicBezTo>
                    <a:cubicBezTo>
                      <a:pt x="1" y="421"/>
                      <a:pt x="31" y="489"/>
                      <a:pt x="73" y="489"/>
                    </a:cubicBezTo>
                    <a:cubicBezTo>
                      <a:pt x="77" y="489"/>
                      <a:pt x="80" y="489"/>
                      <a:pt x="84" y="488"/>
                    </a:cubicBezTo>
                    <a:lnTo>
                      <a:pt x="677" y="381"/>
                    </a:lnTo>
                    <a:cubicBezTo>
                      <a:pt x="736" y="369"/>
                      <a:pt x="771" y="274"/>
                      <a:pt x="771" y="168"/>
                    </a:cubicBezTo>
                    <a:cubicBezTo>
                      <a:pt x="771" y="69"/>
                      <a:pt x="741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40"/>
              <p:cNvSpPr/>
              <p:nvPr/>
            </p:nvSpPr>
            <p:spPr>
              <a:xfrm>
                <a:off x="7771448" y="1920136"/>
                <a:ext cx="54606" cy="32948"/>
              </a:xfrm>
              <a:custGeom>
                <a:rect b="b" l="l" r="r" t="t"/>
                <a:pathLst>
                  <a:path extrusionOk="0" h="537" w="890">
                    <a:moveTo>
                      <a:pt x="782" y="1"/>
                    </a:moveTo>
                    <a:cubicBezTo>
                      <a:pt x="778" y="1"/>
                      <a:pt x="775" y="1"/>
                      <a:pt x="771" y="2"/>
                    </a:cubicBezTo>
                    <a:lnTo>
                      <a:pt x="107" y="144"/>
                    </a:lnTo>
                    <a:cubicBezTo>
                      <a:pt x="47" y="156"/>
                      <a:pt x="0" y="251"/>
                      <a:pt x="0" y="358"/>
                    </a:cubicBezTo>
                    <a:lnTo>
                      <a:pt x="0" y="370"/>
                    </a:lnTo>
                    <a:cubicBezTo>
                      <a:pt x="0" y="469"/>
                      <a:pt x="41" y="537"/>
                      <a:pt x="94" y="537"/>
                    </a:cubicBezTo>
                    <a:cubicBezTo>
                      <a:pt x="98" y="537"/>
                      <a:pt x="102" y="536"/>
                      <a:pt x="107" y="536"/>
                    </a:cubicBezTo>
                    <a:lnTo>
                      <a:pt x="771" y="417"/>
                    </a:lnTo>
                    <a:cubicBezTo>
                      <a:pt x="830" y="393"/>
                      <a:pt x="889" y="298"/>
                      <a:pt x="889" y="192"/>
                    </a:cubicBezTo>
                    <a:lnTo>
                      <a:pt x="889" y="180"/>
                    </a:lnTo>
                    <a:cubicBezTo>
                      <a:pt x="889" y="80"/>
                      <a:pt x="838" y="1"/>
                      <a:pt x="7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40"/>
              <p:cNvSpPr/>
              <p:nvPr/>
            </p:nvSpPr>
            <p:spPr>
              <a:xfrm>
                <a:off x="7856548" y="1901239"/>
                <a:ext cx="61171" cy="35831"/>
              </a:xfrm>
              <a:custGeom>
                <a:rect b="b" l="l" r="r" t="t"/>
                <a:pathLst>
                  <a:path extrusionOk="0" h="584" w="997">
                    <a:moveTo>
                      <a:pt x="892" y="0"/>
                    </a:moveTo>
                    <a:cubicBezTo>
                      <a:pt x="887" y="0"/>
                      <a:pt x="883" y="1"/>
                      <a:pt x="878" y="2"/>
                    </a:cubicBezTo>
                    <a:lnTo>
                      <a:pt x="107" y="168"/>
                    </a:lnTo>
                    <a:cubicBezTo>
                      <a:pt x="48" y="179"/>
                      <a:pt x="1" y="274"/>
                      <a:pt x="1" y="393"/>
                    </a:cubicBezTo>
                    <a:cubicBezTo>
                      <a:pt x="1" y="504"/>
                      <a:pt x="42" y="584"/>
                      <a:pt x="96" y="584"/>
                    </a:cubicBezTo>
                    <a:cubicBezTo>
                      <a:pt x="100" y="584"/>
                      <a:pt x="104" y="583"/>
                      <a:pt x="107" y="583"/>
                    </a:cubicBezTo>
                    <a:lnTo>
                      <a:pt x="878" y="440"/>
                    </a:lnTo>
                    <a:cubicBezTo>
                      <a:pt x="949" y="429"/>
                      <a:pt x="997" y="322"/>
                      <a:pt x="997" y="203"/>
                    </a:cubicBezTo>
                    <a:lnTo>
                      <a:pt x="997" y="191"/>
                    </a:lnTo>
                    <a:cubicBezTo>
                      <a:pt x="997" y="80"/>
                      <a:pt x="955" y="0"/>
                      <a:pt x="8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5" name="Google Shape;275;p40"/>
            <p:cNvGrpSpPr/>
            <p:nvPr/>
          </p:nvGrpSpPr>
          <p:grpSpPr>
            <a:xfrm>
              <a:off x="7745083" y="1981337"/>
              <a:ext cx="55717" cy="445120"/>
              <a:chOff x="7409759" y="2001739"/>
              <a:chExt cx="49575" cy="396050"/>
            </a:xfrm>
          </p:grpSpPr>
          <p:sp>
            <p:nvSpPr>
              <p:cNvPr id="276" name="Google Shape;276;p40"/>
              <p:cNvSpPr/>
              <p:nvPr/>
            </p:nvSpPr>
            <p:spPr>
              <a:xfrm>
                <a:off x="7409759" y="2001739"/>
                <a:ext cx="16075" cy="16750"/>
              </a:xfrm>
              <a:custGeom>
                <a:rect b="b" l="l" r="r" t="t"/>
                <a:pathLst>
                  <a:path extrusionOk="0" h="273" w="262">
                    <a:moveTo>
                      <a:pt x="262" y="0"/>
                    </a:moveTo>
                    <a:lnTo>
                      <a:pt x="1" y="60"/>
                    </a:lnTo>
                    <a:lnTo>
                      <a:pt x="1" y="273"/>
                    </a:lnTo>
                    <a:lnTo>
                      <a:pt x="262" y="22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40"/>
              <p:cNvSpPr/>
              <p:nvPr/>
            </p:nvSpPr>
            <p:spPr>
              <a:xfrm>
                <a:off x="7409759" y="2036650"/>
                <a:ext cx="24113" cy="16811"/>
              </a:xfrm>
              <a:custGeom>
                <a:rect b="b" l="l" r="r" t="t"/>
                <a:pathLst>
                  <a:path extrusionOk="0" h="274" w="393">
                    <a:moveTo>
                      <a:pt x="392" y="0"/>
                    </a:moveTo>
                    <a:lnTo>
                      <a:pt x="1" y="60"/>
                    </a:lnTo>
                    <a:lnTo>
                      <a:pt x="1" y="273"/>
                    </a:lnTo>
                    <a:lnTo>
                      <a:pt x="392" y="214"/>
                    </a:lnTo>
                    <a:lnTo>
                      <a:pt x="39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40"/>
              <p:cNvSpPr/>
              <p:nvPr/>
            </p:nvSpPr>
            <p:spPr>
              <a:xfrm>
                <a:off x="7437430" y="2033766"/>
                <a:ext cx="12394" cy="16014"/>
              </a:xfrm>
              <a:custGeom>
                <a:rect b="b" l="l" r="r" t="t"/>
                <a:pathLst>
                  <a:path extrusionOk="0" h="261" w="202">
                    <a:moveTo>
                      <a:pt x="202" y="0"/>
                    </a:moveTo>
                    <a:lnTo>
                      <a:pt x="0" y="36"/>
                    </a:lnTo>
                    <a:lnTo>
                      <a:pt x="0" y="261"/>
                    </a:lnTo>
                    <a:lnTo>
                      <a:pt x="202" y="225"/>
                    </a:ln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40"/>
              <p:cNvSpPr/>
              <p:nvPr/>
            </p:nvSpPr>
            <p:spPr>
              <a:xfrm>
                <a:off x="7451235" y="2032294"/>
                <a:ext cx="8099" cy="15339"/>
              </a:xfrm>
              <a:custGeom>
                <a:rect b="b" l="l" r="r" t="t"/>
                <a:pathLst>
                  <a:path extrusionOk="0" h="250" w="132">
                    <a:moveTo>
                      <a:pt x="131" y="0"/>
                    </a:moveTo>
                    <a:lnTo>
                      <a:pt x="1" y="24"/>
                    </a:lnTo>
                    <a:lnTo>
                      <a:pt x="1" y="249"/>
                    </a:lnTo>
                    <a:lnTo>
                      <a:pt x="131" y="226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40"/>
              <p:cNvSpPr/>
              <p:nvPr/>
            </p:nvSpPr>
            <p:spPr>
              <a:xfrm>
                <a:off x="7409759" y="2074507"/>
                <a:ext cx="10983" cy="14602"/>
              </a:xfrm>
              <a:custGeom>
                <a:rect b="b" l="l" r="r" t="t"/>
                <a:pathLst>
                  <a:path extrusionOk="0" h="238" w="179">
                    <a:moveTo>
                      <a:pt x="179" y="0"/>
                    </a:moveTo>
                    <a:lnTo>
                      <a:pt x="1" y="24"/>
                    </a:lnTo>
                    <a:lnTo>
                      <a:pt x="1" y="237"/>
                    </a:lnTo>
                    <a:lnTo>
                      <a:pt x="179" y="214"/>
                    </a:lnTo>
                    <a:lnTo>
                      <a:pt x="17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40"/>
              <p:cNvSpPr/>
              <p:nvPr/>
            </p:nvSpPr>
            <p:spPr>
              <a:xfrm>
                <a:off x="7424300" y="2069414"/>
                <a:ext cx="31352" cy="18222"/>
              </a:xfrm>
              <a:custGeom>
                <a:rect b="b" l="l" r="r" t="t"/>
                <a:pathLst>
                  <a:path extrusionOk="0" h="297" w="511">
                    <a:moveTo>
                      <a:pt x="511" y="0"/>
                    </a:moveTo>
                    <a:lnTo>
                      <a:pt x="1" y="71"/>
                    </a:lnTo>
                    <a:lnTo>
                      <a:pt x="1" y="297"/>
                    </a:lnTo>
                    <a:lnTo>
                      <a:pt x="511" y="226"/>
                    </a:lnTo>
                    <a:lnTo>
                      <a:pt x="5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40"/>
              <p:cNvSpPr/>
              <p:nvPr/>
            </p:nvSpPr>
            <p:spPr>
              <a:xfrm>
                <a:off x="7444670" y="2106534"/>
                <a:ext cx="14664" cy="14602"/>
              </a:xfrm>
              <a:custGeom>
                <a:rect b="b" l="l" r="r" t="t"/>
                <a:pathLst>
                  <a:path extrusionOk="0" h="238" w="239">
                    <a:moveTo>
                      <a:pt x="238" y="0"/>
                    </a:moveTo>
                    <a:lnTo>
                      <a:pt x="1" y="24"/>
                    </a:lnTo>
                    <a:lnTo>
                      <a:pt x="1" y="237"/>
                    </a:lnTo>
                    <a:lnTo>
                      <a:pt x="238" y="225"/>
                    </a:lnTo>
                    <a:lnTo>
                      <a:pt x="23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40"/>
              <p:cNvSpPr/>
              <p:nvPr/>
            </p:nvSpPr>
            <p:spPr>
              <a:xfrm>
                <a:off x="7409759" y="2107945"/>
                <a:ext cx="33561" cy="16075"/>
              </a:xfrm>
              <a:custGeom>
                <a:rect b="b" l="l" r="r" t="t"/>
                <a:pathLst>
                  <a:path extrusionOk="0" h="262" w="547">
                    <a:moveTo>
                      <a:pt x="546" y="1"/>
                    </a:moveTo>
                    <a:lnTo>
                      <a:pt x="1" y="48"/>
                    </a:lnTo>
                    <a:lnTo>
                      <a:pt x="1" y="262"/>
                    </a:lnTo>
                    <a:lnTo>
                      <a:pt x="546" y="214"/>
                    </a:lnTo>
                    <a:lnTo>
                      <a:pt x="54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40"/>
              <p:cNvSpPr/>
              <p:nvPr/>
            </p:nvSpPr>
            <p:spPr>
              <a:xfrm>
                <a:off x="7409759" y="2145065"/>
                <a:ext cx="21167" cy="14602"/>
              </a:xfrm>
              <a:custGeom>
                <a:rect b="b" l="l" r="r" t="t"/>
                <a:pathLst>
                  <a:path extrusionOk="0" h="238" w="345">
                    <a:moveTo>
                      <a:pt x="345" y="1"/>
                    </a:moveTo>
                    <a:lnTo>
                      <a:pt x="1" y="12"/>
                    </a:lnTo>
                    <a:lnTo>
                      <a:pt x="1" y="238"/>
                    </a:lnTo>
                    <a:lnTo>
                      <a:pt x="345" y="214"/>
                    </a:lnTo>
                    <a:lnTo>
                      <a:pt x="34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40"/>
              <p:cNvSpPr/>
              <p:nvPr/>
            </p:nvSpPr>
            <p:spPr>
              <a:xfrm>
                <a:off x="7433810" y="2144329"/>
                <a:ext cx="9510" cy="13928"/>
              </a:xfrm>
              <a:custGeom>
                <a:rect b="b" l="l" r="r" t="t"/>
                <a:pathLst>
                  <a:path extrusionOk="0" h="227" w="155">
                    <a:moveTo>
                      <a:pt x="0" y="1"/>
                    </a:moveTo>
                    <a:lnTo>
                      <a:pt x="0" y="226"/>
                    </a:lnTo>
                    <a:lnTo>
                      <a:pt x="154" y="214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40"/>
              <p:cNvSpPr/>
              <p:nvPr/>
            </p:nvSpPr>
            <p:spPr>
              <a:xfrm>
                <a:off x="7444670" y="2143593"/>
                <a:ext cx="5890" cy="13928"/>
              </a:xfrm>
              <a:custGeom>
                <a:rect b="b" l="l" r="r" t="t"/>
                <a:pathLst>
                  <a:path extrusionOk="0" h="227" w="96">
                    <a:moveTo>
                      <a:pt x="96" y="1"/>
                    </a:moveTo>
                    <a:lnTo>
                      <a:pt x="1" y="13"/>
                    </a:lnTo>
                    <a:lnTo>
                      <a:pt x="1" y="226"/>
                    </a:lnTo>
                    <a:lnTo>
                      <a:pt x="96" y="226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40"/>
              <p:cNvSpPr/>
              <p:nvPr/>
            </p:nvSpPr>
            <p:spPr>
              <a:xfrm>
                <a:off x="7441050" y="2194579"/>
                <a:ext cx="14602" cy="37856"/>
              </a:xfrm>
              <a:custGeom>
                <a:rect b="b" l="l" r="r" t="t"/>
                <a:pathLst>
                  <a:path extrusionOk="0" h="617" w="238">
                    <a:moveTo>
                      <a:pt x="119" y="0"/>
                    </a:moveTo>
                    <a:cubicBezTo>
                      <a:pt x="48" y="0"/>
                      <a:pt x="1" y="130"/>
                      <a:pt x="1" y="308"/>
                    </a:cubicBezTo>
                    <a:cubicBezTo>
                      <a:pt x="1" y="474"/>
                      <a:pt x="48" y="617"/>
                      <a:pt x="119" y="617"/>
                    </a:cubicBezTo>
                    <a:cubicBezTo>
                      <a:pt x="190" y="617"/>
                      <a:pt x="238" y="486"/>
                      <a:pt x="238" y="308"/>
                    </a:cubicBezTo>
                    <a:cubicBezTo>
                      <a:pt x="238" y="142"/>
                      <a:pt x="190" y="0"/>
                      <a:pt x="11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40"/>
              <p:cNvSpPr/>
              <p:nvPr/>
            </p:nvSpPr>
            <p:spPr>
              <a:xfrm>
                <a:off x="7441050" y="2276796"/>
                <a:ext cx="14602" cy="38592"/>
              </a:xfrm>
              <a:custGeom>
                <a:rect b="b" l="l" r="r" t="t"/>
                <a:pathLst>
                  <a:path extrusionOk="0" h="629" w="238">
                    <a:moveTo>
                      <a:pt x="119" y="0"/>
                    </a:moveTo>
                    <a:cubicBezTo>
                      <a:pt x="48" y="0"/>
                      <a:pt x="1" y="131"/>
                      <a:pt x="1" y="297"/>
                    </a:cubicBezTo>
                    <a:cubicBezTo>
                      <a:pt x="1" y="475"/>
                      <a:pt x="48" y="617"/>
                      <a:pt x="119" y="629"/>
                    </a:cubicBezTo>
                    <a:cubicBezTo>
                      <a:pt x="190" y="629"/>
                      <a:pt x="238" y="498"/>
                      <a:pt x="238" y="332"/>
                    </a:cubicBezTo>
                    <a:cubicBezTo>
                      <a:pt x="238" y="154"/>
                      <a:pt x="190" y="12"/>
                      <a:pt x="11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40"/>
              <p:cNvSpPr/>
              <p:nvPr/>
            </p:nvSpPr>
            <p:spPr>
              <a:xfrm>
                <a:off x="7441050" y="2359687"/>
                <a:ext cx="14602" cy="38101"/>
              </a:xfrm>
              <a:custGeom>
                <a:rect b="b" l="l" r="r" t="t"/>
                <a:pathLst>
                  <a:path extrusionOk="0" h="621" w="238">
                    <a:moveTo>
                      <a:pt x="110" y="0"/>
                    </a:moveTo>
                    <a:cubicBezTo>
                      <a:pt x="44" y="0"/>
                      <a:pt x="1" y="127"/>
                      <a:pt x="1" y="286"/>
                    </a:cubicBezTo>
                    <a:cubicBezTo>
                      <a:pt x="1" y="464"/>
                      <a:pt x="48" y="606"/>
                      <a:pt x="119" y="618"/>
                    </a:cubicBezTo>
                    <a:cubicBezTo>
                      <a:pt x="125" y="620"/>
                      <a:pt x="130" y="621"/>
                      <a:pt x="136" y="621"/>
                    </a:cubicBezTo>
                    <a:cubicBezTo>
                      <a:pt x="198" y="621"/>
                      <a:pt x="238" y="497"/>
                      <a:pt x="238" y="333"/>
                    </a:cubicBezTo>
                    <a:cubicBezTo>
                      <a:pt x="238" y="167"/>
                      <a:pt x="190" y="13"/>
                      <a:pt x="119" y="1"/>
                    </a:cubicBezTo>
                    <a:cubicBezTo>
                      <a:pt x="116" y="1"/>
                      <a:pt x="113" y="0"/>
                      <a:pt x="11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0" name="Google Shape;290;p40"/>
            <p:cNvSpPr/>
            <p:nvPr/>
          </p:nvSpPr>
          <p:spPr>
            <a:xfrm>
              <a:off x="7023194" y="2206777"/>
              <a:ext cx="153017" cy="192605"/>
            </a:xfrm>
            <a:custGeom>
              <a:rect b="b" l="l" r="r" t="t"/>
              <a:pathLst>
                <a:path extrusionOk="0" h="2793" w="2219">
                  <a:moveTo>
                    <a:pt x="677" y="1"/>
                  </a:moveTo>
                  <a:cubicBezTo>
                    <a:pt x="632" y="1"/>
                    <a:pt x="592" y="2"/>
                    <a:pt x="558" y="5"/>
                  </a:cubicBezTo>
                  <a:cubicBezTo>
                    <a:pt x="487" y="788"/>
                    <a:pt x="333" y="1654"/>
                    <a:pt x="0" y="2401"/>
                  </a:cubicBezTo>
                  <a:cubicBezTo>
                    <a:pt x="82" y="2397"/>
                    <a:pt x="163" y="2395"/>
                    <a:pt x="245" y="2395"/>
                  </a:cubicBezTo>
                  <a:cubicBezTo>
                    <a:pt x="924" y="2395"/>
                    <a:pt x="1604" y="2528"/>
                    <a:pt x="2218" y="2793"/>
                  </a:cubicBezTo>
                  <a:cubicBezTo>
                    <a:pt x="1969" y="1950"/>
                    <a:pt x="1732" y="1061"/>
                    <a:pt x="1803" y="172"/>
                  </a:cubicBezTo>
                  <a:cubicBezTo>
                    <a:pt x="1514" y="68"/>
                    <a:pt x="982" y="1"/>
                    <a:pt x="677" y="1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40"/>
            <p:cNvSpPr/>
            <p:nvPr/>
          </p:nvSpPr>
          <p:spPr>
            <a:xfrm>
              <a:off x="7069811" y="2206294"/>
              <a:ext cx="106401" cy="193088"/>
            </a:xfrm>
            <a:custGeom>
              <a:rect b="b" l="l" r="r" t="t"/>
              <a:pathLst>
                <a:path extrusionOk="0" h="2800" w="1543">
                  <a:moveTo>
                    <a:pt x="0" y="1"/>
                  </a:moveTo>
                  <a:cubicBezTo>
                    <a:pt x="178" y="914"/>
                    <a:pt x="724" y="1744"/>
                    <a:pt x="1056" y="2622"/>
                  </a:cubicBezTo>
                  <a:cubicBezTo>
                    <a:pt x="1222" y="2669"/>
                    <a:pt x="1388" y="2740"/>
                    <a:pt x="1542" y="2800"/>
                  </a:cubicBezTo>
                  <a:cubicBezTo>
                    <a:pt x="1293" y="1957"/>
                    <a:pt x="1068" y="1068"/>
                    <a:pt x="1127" y="179"/>
                  </a:cubicBezTo>
                  <a:cubicBezTo>
                    <a:pt x="843" y="72"/>
                    <a:pt x="309" y="1"/>
                    <a:pt x="0" y="1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40"/>
            <p:cNvSpPr/>
            <p:nvPr/>
          </p:nvSpPr>
          <p:spPr>
            <a:xfrm>
              <a:off x="7078017" y="2207122"/>
              <a:ext cx="71992" cy="82683"/>
            </a:xfrm>
            <a:custGeom>
              <a:rect b="b" l="l" r="r" t="t"/>
              <a:pathLst>
                <a:path extrusionOk="0" h="1199" w="1044">
                  <a:moveTo>
                    <a:pt x="0" y="0"/>
                  </a:moveTo>
                  <a:cubicBezTo>
                    <a:pt x="190" y="558"/>
                    <a:pt x="569" y="949"/>
                    <a:pt x="1044" y="1198"/>
                  </a:cubicBezTo>
                  <a:cubicBezTo>
                    <a:pt x="1008" y="854"/>
                    <a:pt x="984" y="510"/>
                    <a:pt x="1008" y="167"/>
                  </a:cubicBezTo>
                  <a:cubicBezTo>
                    <a:pt x="747" y="72"/>
                    <a:pt x="308" y="12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40"/>
            <p:cNvSpPr/>
            <p:nvPr/>
          </p:nvSpPr>
          <p:spPr>
            <a:xfrm>
              <a:off x="7029745" y="2036515"/>
              <a:ext cx="202873" cy="213224"/>
            </a:xfrm>
            <a:custGeom>
              <a:rect b="b" l="l" r="r" t="t"/>
              <a:pathLst>
                <a:path extrusionOk="0" h="3092" w="2942">
                  <a:moveTo>
                    <a:pt x="1371" y="0"/>
                  </a:moveTo>
                  <a:cubicBezTo>
                    <a:pt x="947" y="0"/>
                    <a:pt x="514" y="152"/>
                    <a:pt x="309" y="553"/>
                  </a:cubicBezTo>
                  <a:cubicBezTo>
                    <a:pt x="0" y="1182"/>
                    <a:pt x="95" y="2142"/>
                    <a:pt x="676" y="2605"/>
                  </a:cubicBezTo>
                  <a:cubicBezTo>
                    <a:pt x="1068" y="2925"/>
                    <a:pt x="1767" y="3056"/>
                    <a:pt x="2266" y="3091"/>
                  </a:cubicBezTo>
                  <a:cubicBezTo>
                    <a:pt x="2267" y="3091"/>
                    <a:pt x="2269" y="3091"/>
                    <a:pt x="2271" y="3091"/>
                  </a:cubicBezTo>
                  <a:cubicBezTo>
                    <a:pt x="2445" y="3091"/>
                    <a:pt x="2527" y="2521"/>
                    <a:pt x="2562" y="2415"/>
                  </a:cubicBezTo>
                  <a:cubicBezTo>
                    <a:pt x="2586" y="2285"/>
                    <a:pt x="2633" y="2119"/>
                    <a:pt x="2657" y="1965"/>
                  </a:cubicBezTo>
                  <a:cubicBezTo>
                    <a:pt x="2728" y="1941"/>
                    <a:pt x="2811" y="1905"/>
                    <a:pt x="2894" y="1858"/>
                  </a:cubicBezTo>
                  <a:cubicBezTo>
                    <a:pt x="2918" y="1846"/>
                    <a:pt x="2930" y="1763"/>
                    <a:pt x="2942" y="1727"/>
                  </a:cubicBezTo>
                  <a:cubicBezTo>
                    <a:pt x="2942" y="1692"/>
                    <a:pt x="2918" y="1692"/>
                    <a:pt x="2894" y="1656"/>
                  </a:cubicBezTo>
                  <a:cubicBezTo>
                    <a:pt x="2764" y="1526"/>
                    <a:pt x="2550" y="1383"/>
                    <a:pt x="2455" y="1229"/>
                  </a:cubicBezTo>
                  <a:cubicBezTo>
                    <a:pt x="2396" y="1075"/>
                    <a:pt x="2443" y="826"/>
                    <a:pt x="2432" y="672"/>
                  </a:cubicBezTo>
                  <a:cubicBezTo>
                    <a:pt x="2384" y="328"/>
                    <a:pt x="2052" y="91"/>
                    <a:pt x="1708" y="31"/>
                  </a:cubicBezTo>
                  <a:cubicBezTo>
                    <a:pt x="1600" y="11"/>
                    <a:pt x="1486" y="0"/>
                    <a:pt x="1371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40"/>
            <p:cNvSpPr/>
            <p:nvPr/>
          </p:nvSpPr>
          <p:spPr>
            <a:xfrm>
              <a:off x="7030573" y="2036515"/>
              <a:ext cx="163636" cy="173917"/>
            </a:xfrm>
            <a:custGeom>
              <a:rect b="b" l="l" r="r" t="t"/>
              <a:pathLst>
                <a:path extrusionOk="0" h="2522" w="2373">
                  <a:moveTo>
                    <a:pt x="1359" y="0"/>
                  </a:moveTo>
                  <a:cubicBezTo>
                    <a:pt x="935" y="0"/>
                    <a:pt x="502" y="152"/>
                    <a:pt x="297" y="553"/>
                  </a:cubicBezTo>
                  <a:cubicBezTo>
                    <a:pt x="0" y="1146"/>
                    <a:pt x="71" y="2036"/>
                    <a:pt x="569" y="2522"/>
                  </a:cubicBezTo>
                  <a:cubicBezTo>
                    <a:pt x="653" y="2415"/>
                    <a:pt x="747" y="2320"/>
                    <a:pt x="842" y="2214"/>
                  </a:cubicBezTo>
                  <a:cubicBezTo>
                    <a:pt x="676" y="1929"/>
                    <a:pt x="653" y="1597"/>
                    <a:pt x="819" y="1253"/>
                  </a:cubicBezTo>
                  <a:cubicBezTo>
                    <a:pt x="877" y="1224"/>
                    <a:pt x="936" y="1211"/>
                    <a:pt x="995" y="1211"/>
                  </a:cubicBezTo>
                  <a:cubicBezTo>
                    <a:pt x="1197" y="1211"/>
                    <a:pt x="1397" y="1359"/>
                    <a:pt x="1589" y="1478"/>
                  </a:cubicBezTo>
                  <a:cubicBezTo>
                    <a:pt x="1886" y="1194"/>
                    <a:pt x="2159" y="885"/>
                    <a:pt x="2372" y="518"/>
                  </a:cubicBezTo>
                  <a:cubicBezTo>
                    <a:pt x="2265" y="257"/>
                    <a:pt x="1981" y="79"/>
                    <a:pt x="1696" y="31"/>
                  </a:cubicBezTo>
                  <a:cubicBezTo>
                    <a:pt x="1588" y="11"/>
                    <a:pt x="1474" y="0"/>
                    <a:pt x="1359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40"/>
            <p:cNvSpPr/>
            <p:nvPr/>
          </p:nvSpPr>
          <p:spPr>
            <a:xfrm>
              <a:off x="7069811" y="2072167"/>
              <a:ext cx="162809" cy="177572"/>
            </a:xfrm>
            <a:custGeom>
              <a:rect b="b" l="l" r="r" t="t"/>
              <a:pathLst>
                <a:path extrusionOk="0" h="2575" w="2361">
                  <a:moveTo>
                    <a:pt x="1803" y="1"/>
                  </a:moveTo>
                  <a:cubicBezTo>
                    <a:pt x="1341" y="795"/>
                    <a:pt x="558" y="1329"/>
                    <a:pt x="0" y="2005"/>
                  </a:cubicBezTo>
                  <a:cubicBezTo>
                    <a:pt x="36" y="2041"/>
                    <a:pt x="60" y="2064"/>
                    <a:pt x="95" y="2088"/>
                  </a:cubicBezTo>
                  <a:cubicBezTo>
                    <a:pt x="487" y="2408"/>
                    <a:pt x="1186" y="2539"/>
                    <a:pt x="1685" y="2574"/>
                  </a:cubicBezTo>
                  <a:cubicBezTo>
                    <a:pt x="1686" y="2574"/>
                    <a:pt x="1688" y="2574"/>
                    <a:pt x="1690" y="2574"/>
                  </a:cubicBezTo>
                  <a:cubicBezTo>
                    <a:pt x="1864" y="2574"/>
                    <a:pt x="1958" y="2016"/>
                    <a:pt x="1981" y="1898"/>
                  </a:cubicBezTo>
                  <a:cubicBezTo>
                    <a:pt x="2005" y="1768"/>
                    <a:pt x="2052" y="1602"/>
                    <a:pt x="2076" y="1448"/>
                  </a:cubicBezTo>
                  <a:cubicBezTo>
                    <a:pt x="2159" y="1424"/>
                    <a:pt x="2230" y="1388"/>
                    <a:pt x="2313" y="1341"/>
                  </a:cubicBezTo>
                  <a:cubicBezTo>
                    <a:pt x="2337" y="1329"/>
                    <a:pt x="2361" y="1246"/>
                    <a:pt x="2361" y="1210"/>
                  </a:cubicBezTo>
                  <a:cubicBezTo>
                    <a:pt x="2361" y="1175"/>
                    <a:pt x="2337" y="1175"/>
                    <a:pt x="2313" y="1139"/>
                  </a:cubicBezTo>
                  <a:cubicBezTo>
                    <a:pt x="2183" y="1009"/>
                    <a:pt x="1969" y="866"/>
                    <a:pt x="1874" y="712"/>
                  </a:cubicBezTo>
                  <a:cubicBezTo>
                    <a:pt x="1815" y="558"/>
                    <a:pt x="1862" y="309"/>
                    <a:pt x="1851" y="155"/>
                  </a:cubicBezTo>
                  <a:cubicBezTo>
                    <a:pt x="1839" y="96"/>
                    <a:pt x="1827" y="48"/>
                    <a:pt x="1803" y="1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40"/>
            <p:cNvSpPr/>
            <p:nvPr/>
          </p:nvSpPr>
          <p:spPr>
            <a:xfrm>
              <a:off x="7101739" y="2133680"/>
              <a:ext cx="26204" cy="43238"/>
            </a:xfrm>
            <a:custGeom>
              <a:rect b="b" l="l" r="r" t="t"/>
              <a:pathLst>
                <a:path extrusionOk="0" h="627" w="380">
                  <a:moveTo>
                    <a:pt x="152" y="0"/>
                  </a:moveTo>
                  <a:cubicBezTo>
                    <a:pt x="111" y="0"/>
                    <a:pt x="73" y="20"/>
                    <a:pt x="47" y="46"/>
                  </a:cubicBezTo>
                  <a:cubicBezTo>
                    <a:pt x="0" y="93"/>
                    <a:pt x="0" y="152"/>
                    <a:pt x="24" y="200"/>
                  </a:cubicBezTo>
                  <a:cubicBezTo>
                    <a:pt x="41" y="234"/>
                    <a:pt x="84" y="256"/>
                    <a:pt x="124" y="256"/>
                  </a:cubicBezTo>
                  <a:cubicBezTo>
                    <a:pt x="139" y="256"/>
                    <a:pt x="153" y="254"/>
                    <a:pt x="166" y="247"/>
                  </a:cubicBezTo>
                  <a:lnTo>
                    <a:pt x="166" y="247"/>
                  </a:lnTo>
                  <a:cubicBezTo>
                    <a:pt x="154" y="295"/>
                    <a:pt x="107" y="306"/>
                    <a:pt x="71" y="342"/>
                  </a:cubicBezTo>
                  <a:cubicBezTo>
                    <a:pt x="36" y="378"/>
                    <a:pt x="24" y="437"/>
                    <a:pt x="47" y="496"/>
                  </a:cubicBezTo>
                  <a:cubicBezTo>
                    <a:pt x="59" y="544"/>
                    <a:pt x="107" y="591"/>
                    <a:pt x="142" y="627"/>
                  </a:cubicBezTo>
                  <a:cubicBezTo>
                    <a:pt x="154" y="579"/>
                    <a:pt x="202" y="520"/>
                    <a:pt x="249" y="496"/>
                  </a:cubicBezTo>
                  <a:cubicBezTo>
                    <a:pt x="285" y="484"/>
                    <a:pt x="308" y="473"/>
                    <a:pt x="332" y="461"/>
                  </a:cubicBezTo>
                  <a:cubicBezTo>
                    <a:pt x="356" y="449"/>
                    <a:pt x="380" y="413"/>
                    <a:pt x="368" y="389"/>
                  </a:cubicBezTo>
                  <a:cubicBezTo>
                    <a:pt x="356" y="342"/>
                    <a:pt x="273" y="318"/>
                    <a:pt x="285" y="259"/>
                  </a:cubicBezTo>
                  <a:cubicBezTo>
                    <a:pt x="285" y="223"/>
                    <a:pt x="332" y="212"/>
                    <a:pt x="344" y="188"/>
                  </a:cubicBezTo>
                  <a:cubicBezTo>
                    <a:pt x="356" y="152"/>
                    <a:pt x="344" y="129"/>
                    <a:pt x="332" y="105"/>
                  </a:cubicBezTo>
                  <a:cubicBezTo>
                    <a:pt x="297" y="57"/>
                    <a:pt x="249" y="22"/>
                    <a:pt x="202" y="10"/>
                  </a:cubicBezTo>
                  <a:cubicBezTo>
                    <a:pt x="185" y="3"/>
                    <a:pt x="169" y="0"/>
                    <a:pt x="152" y="0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40"/>
            <p:cNvSpPr/>
            <p:nvPr/>
          </p:nvSpPr>
          <p:spPr>
            <a:xfrm>
              <a:off x="6900515" y="2020654"/>
              <a:ext cx="139087" cy="232533"/>
            </a:xfrm>
            <a:custGeom>
              <a:rect b="b" l="l" r="r" t="t"/>
              <a:pathLst>
                <a:path extrusionOk="0" h="3372" w="2017">
                  <a:moveTo>
                    <a:pt x="892" y="0"/>
                  </a:moveTo>
                  <a:cubicBezTo>
                    <a:pt x="818" y="0"/>
                    <a:pt x="743" y="21"/>
                    <a:pt x="677" y="60"/>
                  </a:cubicBezTo>
                  <a:cubicBezTo>
                    <a:pt x="534" y="131"/>
                    <a:pt x="427" y="261"/>
                    <a:pt x="368" y="416"/>
                  </a:cubicBezTo>
                  <a:cubicBezTo>
                    <a:pt x="238" y="760"/>
                    <a:pt x="297" y="1151"/>
                    <a:pt x="250" y="1507"/>
                  </a:cubicBezTo>
                  <a:cubicBezTo>
                    <a:pt x="214" y="1744"/>
                    <a:pt x="119" y="1981"/>
                    <a:pt x="72" y="2218"/>
                  </a:cubicBezTo>
                  <a:cubicBezTo>
                    <a:pt x="12" y="2444"/>
                    <a:pt x="1" y="2704"/>
                    <a:pt x="107" y="2930"/>
                  </a:cubicBezTo>
                  <a:cubicBezTo>
                    <a:pt x="226" y="3179"/>
                    <a:pt x="499" y="3345"/>
                    <a:pt x="771" y="3369"/>
                  </a:cubicBezTo>
                  <a:cubicBezTo>
                    <a:pt x="798" y="3371"/>
                    <a:pt x="824" y="3372"/>
                    <a:pt x="850" y="3372"/>
                  </a:cubicBezTo>
                  <a:cubicBezTo>
                    <a:pt x="1108" y="3372"/>
                    <a:pt x="1360" y="3268"/>
                    <a:pt x="1554" y="3096"/>
                  </a:cubicBezTo>
                  <a:cubicBezTo>
                    <a:pt x="1768" y="2918"/>
                    <a:pt x="1922" y="2669"/>
                    <a:pt x="2017" y="2408"/>
                  </a:cubicBezTo>
                  <a:cubicBezTo>
                    <a:pt x="1459" y="1934"/>
                    <a:pt x="1222" y="1103"/>
                    <a:pt x="1471" y="404"/>
                  </a:cubicBezTo>
                  <a:lnTo>
                    <a:pt x="1471" y="404"/>
                  </a:lnTo>
                  <a:lnTo>
                    <a:pt x="1198" y="510"/>
                  </a:lnTo>
                  <a:cubicBezTo>
                    <a:pt x="1293" y="380"/>
                    <a:pt x="1258" y="178"/>
                    <a:pt x="1127" y="83"/>
                  </a:cubicBezTo>
                  <a:cubicBezTo>
                    <a:pt x="1058" y="27"/>
                    <a:pt x="975" y="0"/>
                    <a:pt x="892" y="0"/>
                  </a:cubicBezTo>
                  <a:close/>
                </a:path>
              </a:pathLst>
            </a:custGeom>
            <a:solidFill>
              <a:srgbClr val="5B0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40"/>
            <p:cNvSpPr/>
            <p:nvPr/>
          </p:nvSpPr>
          <p:spPr>
            <a:xfrm>
              <a:off x="6971681" y="2018172"/>
              <a:ext cx="219216" cy="206190"/>
            </a:xfrm>
            <a:custGeom>
              <a:rect b="b" l="l" r="r" t="t"/>
              <a:pathLst>
                <a:path extrusionOk="0" h="2990" w="3179">
                  <a:moveTo>
                    <a:pt x="1507" y="1"/>
                  </a:moveTo>
                  <a:cubicBezTo>
                    <a:pt x="1198" y="1"/>
                    <a:pt x="866" y="36"/>
                    <a:pt x="605" y="191"/>
                  </a:cubicBezTo>
                  <a:cubicBezTo>
                    <a:pt x="202" y="428"/>
                    <a:pt x="0" y="926"/>
                    <a:pt x="60" y="1388"/>
                  </a:cubicBezTo>
                  <a:cubicBezTo>
                    <a:pt x="107" y="1851"/>
                    <a:pt x="344" y="2361"/>
                    <a:pt x="736" y="2622"/>
                  </a:cubicBezTo>
                  <a:cubicBezTo>
                    <a:pt x="1115" y="2871"/>
                    <a:pt x="1103" y="2954"/>
                    <a:pt x="1269" y="2990"/>
                  </a:cubicBezTo>
                  <a:cubicBezTo>
                    <a:pt x="1317" y="2622"/>
                    <a:pt x="1613" y="2693"/>
                    <a:pt x="1957" y="2385"/>
                  </a:cubicBezTo>
                  <a:cubicBezTo>
                    <a:pt x="1910" y="2314"/>
                    <a:pt x="1874" y="2219"/>
                    <a:pt x="1850" y="2124"/>
                  </a:cubicBezTo>
                  <a:cubicBezTo>
                    <a:pt x="1815" y="2017"/>
                    <a:pt x="1791" y="1898"/>
                    <a:pt x="1815" y="1780"/>
                  </a:cubicBezTo>
                  <a:cubicBezTo>
                    <a:pt x="1839" y="1673"/>
                    <a:pt x="1922" y="1555"/>
                    <a:pt x="2040" y="1555"/>
                  </a:cubicBezTo>
                  <a:cubicBezTo>
                    <a:pt x="2135" y="1555"/>
                    <a:pt x="2289" y="1673"/>
                    <a:pt x="2396" y="1768"/>
                  </a:cubicBezTo>
                  <a:cubicBezTo>
                    <a:pt x="2432" y="1685"/>
                    <a:pt x="2467" y="1590"/>
                    <a:pt x="2503" y="1495"/>
                  </a:cubicBezTo>
                  <a:cubicBezTo>
                    <a:pt x="2598" y="1270"/>
                    <a:pt x="2835" y="1139"/>
                    <a:pt x="2977" y="938"/>
                  </a:cubicBezTo>
                  <a:cubicBezTo>
                    <a:pt x="3143" y="701"/>
                    <a:pt x="3179" y="369"/>
                    <a:pt x="3060" y="96"/>
                  </a:cubicBezTo>
                  <a:cubicBezTo>
                    <a:pt x="2538" y="48"/>
                    <a:pt x="2028" y="1"/>
                    <a:pt x="1507" y="1"/>
                  </a:cubicBezTo>
                  <a:close/>
                </a:path>
              </a:pathLst>
            </a:custGeom>
            <a:solidFill>
              <a:srgbClr val="5B0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40"/>
            <p:cNvSpPr/>
            <p:nvPr/>
          </p:nvSpPr>
          <p:spPr>
            <a:xfrm>
              <a:off x="6961889" y="2057479"/>
              <a:ext cx="24549" cy="55651"/>
            </a:xfrm>
            <a:custGeom>
              <a:rect b="b" l="l" r="r" t="t"/>
              <a:pathLst>
                <a:path extrusionOk="0" h="807" w="356">
                  <a:moveTo>
                    <a:pt x="356" y="0"/>
                  </a:moveTo>
                  <a:lnTo>
                    <a:pt x="356" y="0"/>
                  </a:lnTo>
                  <a:cubicBezTo>
                    <a:pt x="202" y="48"/>
                    <a:pt x="71" y="190"/>
                    <a:pt x="36" y="344"/>
                  </a:cubicBezTo>
                  <a:cubicBezTo>
                    <a:pt x="0" y="510"/>
                    <a:pt x="47" y="688"/>
                    <a:pt x="154" y="807"/>
                  </a:cubicBezTo>
                  <a:cubicBezTo>
                    <a:pt x="142" y="522"/>
                    <a:pt x="213" y="237"/>
                    <a:pt x="3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40"/>
            <p:cNvSpPr/>
            <p:nvPr/>
          </p:nvSpPr>
          <p:spPr>
            <a:xfrm>
              <a:off x="7176973" y="4002286"/>
              <a:ext cx="224939" cy="67926"/>
            </a:xfrm>
            <a:custGeom>
              <a:rect b="b" l="l" r="r" t="t"/>
              <a:pathLst>
                <a:path extrusionOk="0" h="985" w="3262">
                  <a:moveTo>
                    <a:pt x="119" y="1"/>
                  </a:moveTo>
                  <a:cubicBezTo>
                    <a:pt x="119" y="36"/>
                    <a:pt x="59" y="131"/>
                    <a:pt x="48" y="167"/>
                  </a:cubicBezTo>
                  <a:cubicBezTo>
                    <a:pt x="12" y="333"/>
                    <a:pt x="0" y="558"/>
                    <a:pt x="142" y="653"/>
                  </a:cubicBezTo>
                  <a:cubicBezTo>
                    <a:pt x="190" y="700"/>
                    <a:pt x="510" y="807"/>
                    <a:pt x="569" y="807"/>
                  </a:cubicBezTo>
                  <a:cubicBezTo>
                    <a:pt x="984" y="866"/>
                    <a:pt x="1162" y="819"/>
                    <a:pt x="1566" y="866"/>
                  </a:cubicBezTo>
                  <a:cubicBezTo>
                    <a:pt x="1993" y="926"/>
                    <a:pt x="2123" y="973"/>
                    <a:pt x="2550" y="985"/>
                  </a:cubicBezTo>
                  <a:cubicBezTo>
                    <a:pt x="2716" y="985"/>
                    <a:pt x="3214" y="949"/>
                    <a:pt x="3250" y="783"/>
                  </a:cubicBezTo>
                  <a:cubicBezTo>
                    <a:pt x="3262" y="688"/>
                    <a:pt x="3202" y="594"/>
                    <a:pt x="3131" y="534"/>
                  </a:cubicBezTo>
                  <a:cubicBezTo>
                    <a:pt x="3060" y="487"/>
                    <a:pt x="2977" y="451"/>
                    <a:pt x="2894" y="416"/>
                  </a:cubicBezTo>
                  <a:cubicBezTo>
                    <a:pt x="2763" y="356"/>
                    <a:pt x="2574" y="262"/>
                    <a:pt x="2443" y="214"/>
                  </a:cubicBezTo>
                  <a:cubicBezTo>
                    <a:pt x="2431" y="238"/>
                    <a:pt x="2384" y="309"/>
                    <a:pt x="2360" y="333"/>
                  </a:cubicBezTo>
                  <a:cubicBezTo>
                    <a:pt x="2008" y="448"/>
                    <a:pt x="1648" y="551"/>
                    <a:pt x="1295" y="551"/>
                  </a:cubicBezTo>
                  <a:cubicBezTo>
                    <a:pt x="887" y="551"/>
                    <a:pt x="487" y="414"/>
                    <a:pt x="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40"/>
            <p:cNvSpPr/>
            <p:nvPr/>
          </p:nvSpPr>
          <p:spPr>
            <a:xfrm>
              <a:off x="7068156" y="3006988"/>
              <a:ext cx="280588" cy="1038262"/>
            </a:xfrm>
            <a:custGeom>
              <a:rect b="b" l="l" r="r" t="t"/>
              <a:pathLst>
                <a:path extrusionOk="0" h="15056" w="4069">
                  <a:moveTo>
                    <a:pt x="1" y="0"/>
                  </a:moveTo>
                  <a:cubicBezTo>
                    <a:pt x="1" y="961"/>
                    <a:pt x="226" y="1922"/>
                    <a:pt x="440" y="2870"/>
                  </a:cubicBezTo>
                  <a:cubicBezTo>
                    <a:pt x="772" y="4388"/>
                    <a:pt x="950" y="5183"/>
                    <a:pt x="1175" y="6725"/>
                  </a:cubicBezTo>
                  <a:cubicBezTo>
                    <a:pt x="1234" y="7081"/>
                    <a:pt x="1080" y="9073"/>
                    <a:pt x="1127" y="9429"/>
                  </a:cubicBezTo>
                  <a:cubicBezTo>
                    <a:pt x="1329" y="11089"/>
                    <a:pt x="1768" y="11872"/>
                    <a:pt x="1827" y="13532"/>
                  </a:cubicBezTo>
                  <a:cubicBezTo>
                    <a:pt x="1803" y="13876"/>
                    <a:pt x="1768" y="14220"/>
                    <a:pt x="1697" y="14505"/>
                  </a:cubicBezTo>
                  <a:cubicBezTo>
                    <a:pt x="2051" y="14909"/>
                    <a:pt x="2491" y="15056"/>
                    <a:pt x="2925" y="15056"/>
                  </a:cubicBezTo>
                  <a:cubicBezTo>
                    <a:pt x="3317" y="15056"/>
                    <a:pt x="3706" y="14935"/>
                    <a:pt x="4021" y="14778"/>
                  </a:cubicBezTo>
                  <a:cubicBezTo>
                    <a:pt x="4045" y="14754"/>
                    <a:pt x="4057" y="14718"/>
                    <a:pt x="4069" y="14695"/>
                  </a:cubicBezTo>
                  <a:cubicBezTo>
                    <a:pt x="3701" y="14517"/>
                    <a:pt x="3393" y="14362"/>
                    <a:pt x="3120" y="14149"/>
                  </a:cubicBezTo>
                  <a:cubicBezTo>
                    <a:pt x="2740" y="13864"/>
                    <a:pt x="2823" y="13509"/>
                    <a:pt x="2823" y="13509"/>
                  </a:cubicBezTo>
                  <a:cubicBezTo>
                    <a:pt x="2823" y="13354"/>
                    <a:pt x="2812" y="13212"/>
                    <a:pt x="2812" y="13058"/>
                  </a:cubicBezTo>
                  <a:cubicBezTo>
                    <a:pt x="3227" y="8694"/>
                    <a:pt x="3547" y="4377"/>
                    <a:pt x="3974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40"/>
            <p:cNvSpPr/>
            <p:nvPr/>
          </p:nvSpPr>
          <p:spPr>
            <a:xfrm>
              <a:off x="7067328" y="3006988"/>
              <a:ext cx="274037" cy="1029711"/>
            </a:xfrm>
            <a:custGeom>
              <a:rect b="b" l="l" r="r" t="t"/>
              <a:pathLst>
                <a:path extrusionOk="0" h="14932" w="3974">
                  <a:moveTo>
                    <a:pt x="1" y="0"/>
                  </a:moveTo>
                  <a:cubicBezTo>
                    <a:pt x="1" y="961"/>
                    <a:pt x="238" y="1922"/>
                    <a:pt x="452" y="2870"/>
                  </a:cubicBezTo>
                  <a:cubicBezTo>
                    <a:pt x="784" y="4388"/>
                    <a:pt x="962" y="5183"/>
                    <a:pt x="1187" y="6725"/>
                  </a:cubicBezTo>
                  <a:cubicBezTo>
                    <a:pt x="1234" y="7081"/>
                    <a:pt x="1092" y="9073"/>
                    <a:pt x="1128" y="9429"/>
                  </a:cubicBezTo>
                  <a:cubicBezTo>
                    <a:pt x="1341" y="11089"/>
                    <a:pt x="1780" y="11872"/>
                    <a:pt x="1839" y="13532"/>
                  </a:cubicBezTo>
                  <a:cubicBezTo>
                    <a:pt x="1815" y="13876"/>
                    <a:pt x="1768" y="14220"/>
                    <a:pt x="1709" y="14505"/>
                  </a:cubicBezTo>
                  <a:cubicBezTo>
                    <a:pt x="1887" y="14706"/>
                    <a:pt x="2088" y="14849"/>
                    <a:pt x="2302" y="14932"/>
                  </a:cubicBezTo>
                  <a:cubicBezTo>
                    <a:pt x="2029" y="12240"/>
                    <a:pt x="2658" y="9547"/>
                    <a:pt x="3073" y="6855"/>
                  </a:cubicBezTo>
                  <a:cubicBezTo>
                    <a:pt x="3084" y="6749"/>
                    <a:pt x="3156" y="6654"/>
                    <a:pt x="3262" y="6618"/>
                  </a:cubicBezTo>
                  <a:cubicBezTo>
                    <a:pt x="3310" y="6606"/>
                    <a:pt x="3357" y="6582"/>
                    <a:pt x="3393" y="6547"/>
                  </a:cubicBezTo>
                  <a:cubicBezTo>
                    <a:pt x="3583" y="4365"/>
                    <a:pt x="3772" y="2194"/>
                    <a:pt x="39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40"/>
            <p:cNvSpPr/>
            <p:nvPr/>
          </p:nvSpPr>
          <p:spPr>
            <a:xfrm>
              <a:off x="7123806" y="4056281"/>
              <a:ext cx="224939" cy="67098"/>
            </a:xfrm>
            <a:custGeom>
              <a:rect b="b" l="l" r="r" t="t"/>
              <a:pathLst>
                <a:path extrusionOk="0" h="973" w="3262">
                  <a:moveTo>
                    <a:pt x="119" y="0"/>
                  </a:moveTo>
                  <a:cubicBezTo>
                    <a:pt x="107" y="24"/>
                    <a:pt x="60" y="119"/>
                    <a:pt x="48" y="155"/>
                  </a:cubicBezTo>
                  <a:cubicBezTo>
                    <a:pt x="0" y="321"/>
                    <a:pt x="0" y="546"/>
                    <a:pt x="131" y="653"/>
                  </a:cubicBezTo>
                  <a:cubicBezTo>
                    <a:pt x="190" y="688"/>
                    <a:pt x="498" y="795"/>
                    <a:pt x="570" y="807"/>
                  </a:cubicBezTo>
                  <a:cubicBezTo>
                    <a:pt x="985" y="854"/>
                    <a:pt x="1151" y="819"/>
                    <a:pt x="1566" y="866"/>
                  </a:cubicBezTo>
                  <a:cubicBezTo>
                    <a:pt x="1981" y="914"/>
                    <a:pt x="2123" y="961"/>
                    <a:pt x="2538" y="973"/>
                  </a:cubicBezTo>
                  <a:cubicBezTo>
                    <a:pt x="2704" y="973"/>
                    <a:pt x="3214" y="937"/>
                    <a:pt x="3250" y="771"/>
                  </a:cubicBezTo>
                  <a:cubicBezTo>
                    <a:pt x="3262" y="676"/>
                    <a:pt x="3202" y="582"/>
                    <a:pt x="3131" y="534"/>
                  </a:cubicBezTo>
                  <a:cubicBezTo>
                    <a:pt x="3048" y="475"/>
                    <a:pt x="2977" y="451"/>
                    <a:pt x="2894" y="415"/>
                  </a:cubicBezTo>
                  <a:cubicBezTo>
                    <a:pt x="2752" y="344"/>
                    <a:pt x="2562" y="261"/>
                    <a:pt x="2443" y="202"/>
                  </a:cubicBezTo>
                  <a:cubicBezTo>
                    <a:pt x="2432" y="238"/>
                    <a:pt x="2384" y="297"/>
                    <a:pt x="2360" y="321"/>
                  </a:cubicBezTo>
                  <a:cubicBezTo>
                    <a:pt x="1998" y="438"/>
                    <a:pt x="1630" y="544"/>
                    <a:pt x="1272" y="544"/>
                  </a:cubicBezTo>
                  <a:cubicBezTo>
                    <a:pt x="869" y="544"/>
                    <a:pt x="477" y="409"/>
                    <a:pt x="1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40"/>
            <p:cNvSpPr/>
            <p:nvPr/>
          </p:nvSpPr>
          <p:spPr>
            <a:xfrm>
              <a:off x="7014229" y="3060156"/>
              <a:ext cx="281347" cy="1038744"/>
            </a:xfrm>
            <a:custGeom>
              <a:rect b="b" l="l" r="r" t="t"/>
              <a:pathLst>
                <a:path extrusionOk="0" h="15063" w="4080">
                  <a:moveTo>
                    <a:pt x="0" y="0"/>
                  </a:moveTo>
                  <a:cubicBezTo>
                    <a:pt x="0" y="961"/>
                    <a:pt x="237" y="1921"/>
                    <a:pt x="439" y="2870"/>
                  </a:cubicBezTo>
                  <a:cubicBezTo>
                    <a:pt x="771" y="4388"/>
                    <a:pt x="961" y="5183"/>
                    <a:pt x="1186" y="6737"/>
                  </a:cubicBezTo>
                  <a:cubicBezTo>
                    <a:pt x="1233" y="7092"/>
                    <a:pt x="1079" y="9073"/>
                    <a:pt x="1127" y="9429"/>
                  </a:cubicBezTo>
                  <a:cubicBezTo>
                    <a:pt x="1340" y="11089"/>
                    <a:pt x="1779" y="11872"/>
                    <a:pt x="1826" y="13532"/>
                  </a:cubicBezTo>
                  <a:cubicBezTo>
                    <a:pt x="1815" y="13876"/>
                    <a:pt x="1767" y="14220"/>
                    <a:pt x="1696" y="14517"/>
                  </a:cubicBezTo>
                  <a:cubicBezTo>
                    <a:pt x="2055" y="14919"/>
                    <a:pt x="2492" y="15063"/>
                    <a:pt x="2922" y="15063"/>
                  </a:cubicBezTo>
                  <a:cubicBezTo>
                    <a:pt x="3315" y="15063"/>
                    <a:pt x="3703" y="14942"/>
                    <a:pt x="4021" y="14789"/>
                  </a:cubicBezTo>
                  <a:cubicBezTo>
                    <a:pt x="4044" y="14754"/>
                    <a:pt x="4068" y="14730"/>
                    <a:pt x="4080" y="14694"/>
                  </a:cubicBezTo>
                  <a:cubicBezTo>
                    <a:pt x="3712" y="14528"/>
                    <a:pt x="3404" y="14362"/>
                    <a:pt x="3119" y="14149"/>
                  </a:cubicBezTo>
                  <a:cubicBezTo>
                    <a:pt x="2740" y="13864"/>
                    <a:pt x="2823" y="13508"/>
                    <a:pt x="2823" y="13508"/>
                  </a:cubicBezTo>
                  <a:cubicBezTo>
                    <a:pt x="2835" y="13366"/>
                    <a:pt x="2823" y="13212"/>
                    <a:pt x="2811" y="13070"/>
                  </a:cubicBezTo>
                  <a:cubicBezTo>
                    <a:pt x="3226" y="8693"/>
                    <a:pt x="3558" y="4376"/>
                    <a:pt x="3973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40"/>
            <p:cNvSpPr/>
            <p:nvPr/>
          </p:nvSpPr>
          <p:spPr>
            <a:xfrm>
              <a:off x="7014229" y="3060156"/>
              <a:ext cx="281347" cy="1038744"/>
            </a:xfrm>
            <a:custGeom>
              <a:rect b="b" l="l" r="r" t="t"/>
              <a:pathLst>
                <a:path extrusionOk="0" h="15063" w="4080">
                  <a:moveTo>
                    <a:pt x="0" y="0"/>
                  </a:moveTo>
                  <a:cubicBezTo>
                    <a:pt x="0" y="961"/>
                    <a:pt x="237" y="1921"/>
                    <a:pt x="439" y="2870"/>
                  </a:cubicBezTo>
                  <a:cubicBezTo>
                    <a:pt x="747" y="4293"/>
                    <a:pt x="937" y="5088"/>
                    <a:pt x="1139" y="6464"/>
                  </a:cubicBezTo>
                  <a:cubicBezTo>
                    <a:pt x="1541" y="6209"/>
                    <a:pt x="2006" y="5972"/>
                    <a:pt x="2293" y="5972"/>
                  </a:cubicBezTo>
                  <a:cubicBezTo>
                    <a:pt x="2421" y="5972"/>
                    <a:pt x="2513" y="6019"/>
                    <a:pt x="2550" y="6132"/>
                  </a:cubicBezTo>
                  <a:cubicBezTo>
                    <a:pt x="3451" y="9108"/>
                    <a:pt x="1755" y="12322"/>
                    <a:pt x="3001" y="15062"/>
                  </a:cubicBezTo>
                  <a:cubicBezTo>
                    <a:pt x="3368" y="15050"/>
                    <a:pt x="3724" y="14932"/>
                    <a:pt x="4021" y="14789"/>
                  </a:cubicBezTo>
                  <a:cubicBezTo>
                    <a:pt x="4044" y="14754"/>
                    <a:pt x="4068" y="14730"/>
                    <a:pt x="4080" y="14694"/>
                  </a:cubicBezTo>
                  <a:cubicBezTo>
                    <a:pt x="3712" y="14528"/>
                    <a:pt x="3404" y="14362"/>
                    <a:pt x="3119" y="14149"/>
                  </a:cubicBezTo>
                  <a:cubicBezTo>
                    <a:pt x="2740" y="13864"/>
                    <a:pt x="2823" y="13508"/>
                    <a:pt x="2823" y="13508"/>
                  </a:cubicBezTo>
                  <a:cubicBezTo>
                    <a:pt x="2835" y="13366"/>
                    <a:pt x="2823" y="13212"/>
                    <a:pt x="2811" y="13070"/>
                  </a:cubicBezTo>
                  <a:cubicBezTo>
                    <a:pt x="3226" y="8693"/>
                    <a:pt x="3558" y="4376"/>
                    <a:pt x="3973" y="0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40"/>
            <p:cNvSpPr/>
            <p:nvPr/>
          </p:nvSpPr>
          <p:spPr>
            <a:xfrm>
              <a:off x="7014229" y="3060156"/>
              <a:ext cx="274037" cy="424518"/>
            </a:xfrm>
            <a:custGeom>
              <a:rect b="b" l="l" r="r" t="t"/>
              <a:pathLst>
                <a:path extrusionOk="0" h="6156" w="3974">
                  <a:moveTo>
                    <a:pt x="0" y="0"/>
                  </a:moveTo>
                  <a:cubicBezTo>
                    <a:pt x="0" y="961"/>
                    <a:pt x="237" y="1921"/>
                    <a:pt x="439" y="2870"/>
                  </a:cubicBezTo>
                  <a:cubicBezTo>
                    <a:pt x="735" y="4187"/>
                    <a:pt x="901" y="4969"/>
                    <a:pt x="1091" y="6155"/>
                  </a:cubicBezTo>
                  <a:cubicBezTo>
                    <a:pt x="1615" y="5898"/>
                    <a:pt x="2198" y="5767"/>
                    <a:pt x="2817" y="5767"/>
                  </a:cubicBezTo>
                  <a:cubicBezTo>
                    <a:pt x="3025" y="5767"/>
                    <a:pt x="3236" y="5782"/>
                    <a:pt x="3451" y="5811"/>
                  </a:cubicBezTo>
                  <a:cubicBezTo>
                    <a:pt x="3617" y="3878"/>
                    <a:pt x="3783" y="1945"/>
                    <a:pt x="39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40"/>
            <p:cNvSpPr/>
            <p:nvPr/>
          </p:nvSpPr>
          <p:spPr>
            <a:xfrm>
              <a:off x="6993748" y="2768180"/>
              <a:ext cx="364027" cy="681325"/>
            </a:xfrm>
            <a:custGeom>
              <a:rect b="b" l="l" r="r" t="t"/>
              <a:pathLst>
                <a:path extrusionOk="0" h="9880" w="5279">
                  <a:moveTo>
                    <a:pt x="771" y="0"/>
                  </a:moveTo>
                  <a:cubicBezTo>
                    <a:pt x="724" y="2005"/>
                    <a:pt x="511" y="1708"/>
                    <a:pt x="321" y="2538"/>
                  </a:cubicBezTo>
                  <a:cubicBezTo>
                    <a:pt x="238" y="2906"/>
                    <a:pt x="155" y="2989"/>
                    <a:pt x="107" y="3653"/>
                  </a:cubicBezTo>
                  <a:cubicBezTo>
                    <a:pt x="1" y="5053"/>
                    <a:pt x="1009" y="7448"/>
                    <a:pt x="902" y="9879"/>
                  </a:cubicBezTo>
                  <a:lnTo>
                    <a:pt x="5112" y="9856"/>
                  </a:lnTo>
                  <a:cubicBezTo>
                    <a:pt x="5148" y="8539"/>
                    <a:pt x="5278" y="4958"/>
                    <a:pt x="5266" y="3321"/>
                  </a:cubicBezTo>
                  <a:cubicBezTo>
                    <a:pt x="5266" y="2621"/>
                    <a:pt x="5100" y="2052"/>
                    <a:pt x="4934" y="1495"/>
                  </a:cubicBezTo>
                  <a:cubicBezTo>
                    <a:pt x="4780" y="949"/>
                    <a:pt x="4697" y="759"/>
                    <a:pt x="4531" y="214"/>
                  </a:cubicBezTo>
                  <a:cubicBezTo>
                    <a:pt x="4025" y="298"/>
                    <a:pt x="3519" y="344"/>
                    <a:pt x="3018" y="344"/>
                  </a:cubicBezTo>
                  <a:cubicBezTo>
                    <a:pt x="2251" y="344"/>
                    <a:pt x="1496" y="237"/>
                    <a:pt x="7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40"/>
            <p:cNvSpPr/>
            <p:nvPr/>
          </p:nvSpPr>
          <p:spPr>
            <a:xfrm>
              <a:off x="7038710" y="2747698"/>
              <a:ext cx="289621" cy="131714"/>
            </a:xfrm>
            <a:custGeom>
              <a:rect b="b" l="l" r="r" t="t"/>
              <a:pathLst>
                <a:path extrusionOk="0" h="1910" w="4200">
                  <a:moveTo>
                    <a:pt x="96" y="1"/>
                  </a:moveTo>
                  <a:lnTo>
                    <a:pt x="96" y="1"/>
                  </a:lnTo>
                  <a:cubicBezTo>
                    <a:pt x="119" y="440"/>
                    <a:pt x="119" y="926"/>
                    <a:pt x="1" y="1353"/>
                  </a:cubicBezTo>
                  <a:cubicBezTo>
                    <a:pt x="404" y="1685"/>
                    <a:pt x="997" y="1697"/>
                    <a:pt x="1507" y="1792"/>
                  </a:cubicBezTo>
                  <a:cubicBezTo>
                    <a:pt x="1960" y="1873"/>
                    <a:pt x="2305" y="1910"/>
                    <a:pt x="2589" y="1910"/>
                  </a:cubicBezTo>
                  <a:cubicBezTo>
                    <a:pt x="3258" y="1910"/>
                    <a:pt x="3592" y="1705"/>
                    <a:pt x="4199" y="1388"/>
                  </a:cubicBezTo>
                  <a:cubicBezTo>
                    <a:pt x="4092" y="1104"/>
                    <a:pt x="4104" y="748"/>
                    <a:pt x="4057" y="451"/>
                  </a:cubicBezTo>
                  <a:cubicBezTo>
                    <a:pt x="3803" y="470"/>
                    <a:pt x="3548" y="479"/>
                    <a:pt x="3292" y="479"/>
                  </a:cubicBezTo>
                  <a:cubicBezTo>
                    <a:pt x="2214" y="479"/>
                    <a:pt x="1131" y="317"/>
                    <a:pt x="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40"/>
            <p:cNvSpPr/>
            <p:nvPr/>
          </p:nvSpPr>
          <p:spPr>
            <a:xfrm>
              <a:off x="6959407" y="2350214"/>
              <a:ext cx="350097" cy="441689"/>
            </a:xfrm>
            <a:custGeom>
              <a:rect b="b" l="l" r="r" t="t"/>
              <a:pathLst>
                <a:path extrusionOk="0" h="6405" w="5077">
                  <a:moveTo>
                    <a:pt x="1341" y="1"/>
                  </a:moveTo>
                  <a:cubicBezTo>
                    <a:pt x="1258" y="13"/>
                    <a:pt x="1163" y="25"/>
                    <a:pt x="1068" y="37"/>
                  </a:cubicBezTo>
                  <a:cubicBezTo>
                    <a:pt x="842" y="60"/>
                    <a:pt x="605" y="84"/>
                    <a:pt x="416" y="203"/>
                  </a:cubicBezTo>
                  <a:cubicBezTo>
                    <a:pt x="0" y="452"/>
                    <a:pt x="0" y="997"/>
                    <a:pt x="119" y="1436"/>
                  </a:cubicBezTo>
                  <a:cubicBezTo>
                    <a:pt x="344" y="2266"/>
                    <a:pt x="831" y="3025"/>
                    <a:pt x="1080" y="3855"/>
                  </a:cubicBezTo>
                  <a:cubicBezTo>
                    <a:pt x="1293" y="4579"/>
                    <a:pt x="831" y="5705"/>
                    <a:pt x="1269" y="6061"/>
                  </a:cubicBezTo>
                  <a:cubicBezTo>
                    <a:pt x="1994" y="6298"/>
                    <a:pt x="2749" y="6405"/>
                    <a:pt x="3513" y="6405"/>
                  </a:cubicBezTo>
                  <a:cubicBezTo>
                    <a:pt x="4012" y="6405"/>
                    <a:pt x="4516" y="6359"/>
                    <a:pt x="5017" y="6275"/>
                  </a:cubicBezTo>
                  <a:cubicBezTo>
                    <a:pt x="4756" y="5421"/>
                    <a:pt x="4566" y="4555"/>
                    <a:pt x="4732" y="3689"/>
                  </a:cubicBezTo>
                  <a:cubicBezTo>
                    <a:pt x="4827" y="3120"/>
                    <a:pt x="5076" y="2563"/>
                    <a:pt x="4970" y="2005"/>
                  </a:cubicBezTo>
                  <a:cubicBezTo>
                    <a:pt x="4899" y="1638"/>
                    <a:pt x="4685" y="1282"/>
                    <a:pt x="4495" y="938"/>
                  </a:cubicBezTo>
                  <a:cubicBezTo>
                    <a:pt x="4163" y="357"/>
                    <a:pt x="3558" y="1"/>
                    <a:pt x="28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40"/>
            <p:cNvSpPr/>
            <p:nvPr/>
          </p:nvSpPr>
          <p:spPr>
            <a:xfrm>
              <a:off x="7016643" y="2350214"/>
              <a:ext cx="292863" cy="440930"/>
            </a:xfrm>
            <a:custGeom>
              <a:rect b="b" l="l" r="r" t="t"/>
              <a:pathLst>
                <a:path extrusionOk="0" h="6394" w="4247">
                  <a:moveTo>
                    <a:pt x="511" y="1"/>
                  </a:moveTo>
                  <a:cubicBezTo>
                    <a:pt x="428" y="13"/>
                    <a:pt x="333" y="25"/>
                    <a:pt x="238" y="37"/>
                  </a:cubicBezTo>
                  <a:cubicBezTo>
                    <a:pt x="155" y="37"/>
                    <a:pt x="84" y="48"/>
                    <a:pt x="1" y="60"/>
                  </a:cubicBezTo>
                  <a:cubicBezTo>
                    <a:pt x="36" y="606"/>
                    <a:pt x="202" y="1211"/>
                    <a:pt x="582" y="1602"/>
                  </a:cubicBezTo>
                  <a:cubicBezTo>
                    <a:pt x="1175" y="2195"/>
                    <a:pt x="2515" y="2491"/>
                    <a:pt x="2361" y="3227"/>
                  </a:cubicBezTo>
                  <a:cubicBezTo>
                    <a:pt x="2147" y="4460"/>
                    <a:pt x="2301" y="5516"/>
                    <a:pt x="2705" y="6393"/>
                  </a:cubicBezTo>
                  <a:cubicBezTo>
                    <a:pt x="3203" y="6393"/>
                    <a:pt x="3701" y="6358"/>
                    <a:pt x="4187" y="6275"/>
                  </a:cubicBezTo>
                  <a:cubicBezTo>
                    <a:pt x="3926" y="5421"/>
                    <a:pt x="3736" y="4555"/>
                    <a:pt x="3902" y="3689"/>
                  </a:cubicBezTo>
                  <a:cubicBezTo>
                    <a:pt x="3997" y="3120"/>
                    <a:pt x="4246" y="2563"/>
                    <a:pt x="4140" y="2005"/>
                  </a:cubicBezTo>
                  <a:cubicBezTo>
                    <a:pt x="4069" y="1638"/>
                    <a:pt x="3855" y="1282"/>
                    <a:pt x="3665" y="938"/>
                  </a:cubicBezTo>
                  <a:cubicBezTo>
                    <a:pt x="3333" y="357"/>
                    <a:pt x="2728" y="1"/>
                    <a:pt x="20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40"/>
            <p:cNvSpPr/>
            <p:nvPr/>
          </p:nvSpPr>
          <p:spPr>
            <a:xfrm>
              <a:off x="7091878" y="2317527"/>
              <a:ext cx="213561" cy="431896"/>
            </a:xfrm>
            <a:custGeom>
              <a:rect b="b" l="l" r="r" t="t"/>
              <a:pathLst>
                <a:path extrusionOk="0" h="6263" w="3097">
                  <a:moveTo>
                    <a:pt x="997" y="1"/>
                  </a:moveTo>
                  <a:cubicBezTo>
                    <a:pt x="798" y="43"/>
                    <a:pt x="598" y="65"/>
                    <a:pt x="399" y="65"/>
                  </a:cubicBezTo>
                  <a:cubicBezTo>
                    <a:pt x="266" y="65"/>
                    <a:pt x="134" y="55"/>
                    <a:pt x="1" y="36"/>
                  </a:cubicBezTo>
                  <a:lnTo>
                    <a:pt x="1" y="36"/>
                  </a:lnTo>
                  <a:cubicBezTo>
                    <a:pt x="534" y="688"/>
                    <a:pt x="1483" y="1080"/>
                    <a:pt x="1851" y="1815"/>
                  </a:cubicBezTo>
                  <a:cubicBezTo>
                    <a:pt x="2076" y="2242"/>
                    <a:pt x="2041" y="2752"/>
                    <a:pt x="1946" y="3215"/>
                  </a:cubicBezTo>
                  <a:cubicBezTo>
                    <a:pt x="1839" y="3689"/>
                    <a:pt x="1673" y="4151"/>
                    <a:pt x="1626" y="4626"/>
                  </a:cubicBezTo>
                  <a:cubicBezTo>
                    <a:pt x="1578" y="5100"/>
                    <a:pt x="1661" y="5598"/>
                    <a:pt x="2017" y="5978"/>
                  </a:cubicBezTo>
                  <a:cubicBezTo>
                    <a:pt x="2135" y="6096"/>
                    <a:pt x="2290" y="6215"/>
                    <a:pt x="2468" y="6251"/>
                  </a:cubicBezTo>
                  <a:cubicBezTo>
                    <a:pt x="2508" y="6258"/>
                    <a:pt x="2550" y="6262"/>
                    <a:pt x="2592" y="6262"/>
                  </a:cubicBezTo>
                  <a:cubicBezTo>
                    <a:pt x="2744" y="6262"/>
                    <a:pt x="2894" y="6211"/>
                    <a:pt x="2978" y="6108"/>
                  </a:cubicBezTo>
                  <a:cubicBezTo>
                    <a:pt x="3096" y="5966"/>
                    <a:pt x="3061" y="5776"/>
                    <a:pt x="3025" y="5610"/>
                  </a:cubicBezTo>
                  <a:cubicBezTo>
                    <a:pt x="2895" y="4839"/>
                    <a:pt x="3025" y="4045"/>
                    <a:pt x="3013" y="3262"/>
                  </a:cubicBezTo>
                  <a:cubicBezTo>
                    <a:pt x="3001" y="2467"/>
                    <a:pt x="2823" y="1637"/>
                    <a:pt x="2207" y="1044"/>
                  </a:cubicBezTo>
                  <a:cubicBezTo>
                    <a:pt x="1827" y="677"/>
                    <a:pt x="1293" y="428"/>
                    <a:pt x="99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40"/>
            <p:cNvSpPr/>
            <p:nvPr/>
          </p:nvSpPr>
          <p:spPr>
            <a:xfrm>
              <a:off x="7149941" y="2317527"/>
              <a:ext cx="155499" cy="428655"/>
            </a:xfrm>
            <a:custGeom>
              <a:rect b="b" l="l" r="r" t="t"/>
              <a:pathLst>
                <a:path extrusionOk="0" h="6216" w="2255">
                  <a:moveTo>
                    <a:pt x="155" y="1"/>
                  </a:moveTo>
                  <a:cubicBezTo>
                    <a:pt x="107" y="12"/>
                    <a:pt x="48" y="24"/>
                    <a:pt x="1" y="24"/>
                  </a:cubicBezTo>
                  <a:cubicBezTo>
                    <a:pt x="463" y="831"/>
                    <a:pt x="1270" y="1459"/>
                    <a:pt x="1697" y="2230"/>
                  </a:cubicBezTo>
                  <a:cubicBezTo>
                    <a:pt x="2254" y="3452"/>
                    <a:pt x="2124" y="4816"/>
                    <a:pt x="2005" y="6215"/>
                  </a:cubicBezTo>
                  <a:cubicBezTo>
                    <a:pt x="2053" y="6179"/>
                    <a:pt x="2100" y="6156"/>
                    <a:pt x="2136" y="6108"/>
                  </a:cubicBezTo>
                  <a:cubicBezTo>
                    <a:pt x="2254" y="5966"/>
                    <a:pt x="2219" y="5788"/>
                    <a:pt x="2183" y="5610"/>
                  </a:cubicBezTo>
                  <a:cubicBezTo>
                    <a:pt x="2053" y="4839"/>
                    <a:pt x="2183" y="4045"/>
                    <a:pt x="2171" y="3262"/>
                  </a:cubicBezTo>
                  <a:cubicBezTo>
                    <a:pt x="2159" y="2467"/>
                    <a:pt x="1981" y="1637"/>
                    <a:pt x="1365" y="1044"/>
                  </a:cubicBezTo>
                  <a:cubicBezTo>
                    <a:pt x="985" y="688"/>
                    <a:pt x="451" y="428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40"/>
            <p:cNvSpPr/>
            <p:nvPr/>
          </p:nvSpPr>
          <p:spPr>
            <a:xfrm>
              <a:off x="6992921" y="2408278"/>
              <a:ext cx="268314" cy="105164"/>
            </a:xfrm>
            <a:custGeom>
              <a:rect b="b" l="l" r="r" t="t"/>
              <a:pathLst>
                <a:path extrusionOk="0" h="1525" w="3891">
                  <a:moveTo>
                    <a:pt x="1" y="1"/>
                  </a:moveTo>
                  <a:lnTo>
                    <a:pt x="1" y="1"/>
                  </a:lnTo>
                  <a:cubicBezTo>
                    <a:pt x="131" y="499"/>
                    <a:pt x="617" y="890"/>
                    <a:pt x="1175" y="1057"/>
                  </a:cubicBezTo>
                  <a:cubicBezTo>
                    <a:pt x="1643" y="1199"/>
                    <a:pt x="2111" y="1525"/>
                    <a:pt x="2586" y="1525"/>
                  </a:cubicBezTo>
                  <a:cubicBezTo>
                    <a:pt x="2665" y="1525"/>
                    <a:pt x="2744" y="1516"/>
                    <a:pt x="2823" y="1495"/>
                  </a:cubicBezTo>
                  <a:cubicBezTo>
                    <a:pt x="3381" y="1353"/>
                    <a:pt x="3369" y="665"/>
                    <a:pt x="3891" y="428"/>
                  </a:cubicBezTo>
                  <a:lnTo>
                    <a:pt x="3891" y="428"/>
                  </a:lnTo>
                  <a:cubicBezTo>
                    <a:pt x="3449" y="509"/>
                    <a:pt x="3053" y="546"/>
                    <a:pt x="2677" y="546"/>
                  </a:cubicBezTo>
                  <a:cubicBezTo>
                    <a:pt x="1782" y="546"/>
                    <a:pt x="1003" y="335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40"/>
            <p:cNvSpPr/>
            <p:nvPr/>
          </p:nvSpPr>
          <p:spPr>
            <a:xfrm>
              <a:off x="7009264" y="2292356"/>
              <a:ext cx="181634" cy="66271"/>
            </a:xfrm>
            <a:custGeom>
              <a:rect b="b" l="l" r="r" t="t"/>
              <a:pathLst>
                <a:path extrusionOk="0" h="961" w="2634">
                  <a:moveTo>
                    <a:pt x="1793" y="1"/>
                  </a:moveTo>
                  <a:cubicBezTo>
                    <a:pt x="1729" y="1"/>
                    <a:pt x="1665" y="5"/>
                    <a:pt x="1602" y="10"/>
                  </a:cubicBezTo>
                  <a:cubicBezTo>
                    <a:pt x="1329" y="33"/>
                    <a:pt x="1045" y="57"/>
                    <a:pt x="772" y="81"/>
                  </a:cubicBezTo>
                  <a:cubicBezTo>
                    <a:pt x="641" y="93"/>
                    <a:pt x="499" y="105"/>
                    <a:pt x="380" y="176"/>
                  </a:cubicBezTo>
                  <a:cubicBezTo>
                    <a:pt x="214" y="294"/>
                    <a:pt x="48" y="757"/>
                    <a:pt x="1" y="959"/>
                  </a:cubicBezTo>
                  <a:cubicBezTo>
                    <a:pt x="69" y="960"/>
                    <a:pt x="136" y="961"/>
                    <a:pt x="203" y="961"/>
                  </a:cubicBezTo>
                  <a:cubicBezTo>
                    <a:pt x="1097" y="961"/>
                    <a:pt x="1868" y="835"/>
                    <a:pt x="2451" y="835"/>
                  </a:cubicBezTo>
                  <a:cubicBezTo>
                    <a:pt x="2514" y="835"/>
                    <a:pt x="2575" y="837"/>
                    <a:pt x="2634" y="840"/>
                  </a:cubicBezTo>
                  <a:cubicBezTo>
                    <a:pt x="2539" y="532"/>
                    <a:pt x="2408" y="176"/>
                    <a:pt x="2100" y="57"/>
                  </a:cubicBezTo>
                  <a:cubicBezTo>
                    <a:pt x="2004" y="13"/>
                    <a:pt x="1899" y="1"/>
                    <a:pt x="179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40"/>
            <p:cNvSpPr/>
            <p:nvPr/>
          </p:nvSpPr>
          <p:spPr>
            <a:xfrm>
              <a:off x="7631691" y="2204639"/>
              <a:ext cx="194667" cy="141575"/>
            </a:xfrm>
            <a:custGeom>
              <a:rect b="b" l="l" r="r" t="t"/>
              <a:pathLst>
                <a:path extrusionOk="0" h="2053" w="2823">
                  <a:moveTo>
                    <a:pt x="1661" y="1"/>
                  </a:moveTo>
                  <a:cubicBezTo>
                    <a:pt x="1376" y="60"/>
                    <a:pt x="1364" y="238"/>
                    <a:pt x="1068" y="333"/>
                  </a:cubicBezTo>
                  <a:cubicBezTo>
                    <a:pt x="985" y="369"/>
                    <a:pt x="925" y="440"/>
                    <a:pt x="902" y="523"/>
                  </a:cubicBezTo>
                  <a:cubicBezTo>
                    <a:pt x="854" y="855"/>
                    <a:pt x="664" y="1033"/>
                    <a:pt x="380" y="1234"/>
                  </a:cubicBezTo>
                  <a:lnTo>
                    <a:pt x="0" y="1400"/>
                  </a:lnTo>
                  <a:cubicBezTo>
                    <a:pt x="71" y="1578"/>
                    <a:pt x="178" y="1863"/>
                    <a:pt x="237" y="2053"/>
                  </a:cubicBezTo>
                  <a:cubicBezTo>
                    <a:pt x="593" y="1934"/>
                    <a:pt x="735" y="1780"/>
                    <a:pt x="1079" y="1685"/>
                  </a:cubicBezTo>
                  <a:cubicBezTo>
                    <a:pt x="1162" y="1673"/>
                    <a:pt x="1435" y="1649"/>
                    <a:pt x="1542" y="1638"/>
                  </a:cubicBezTo>
                  <a:cubicBezTo>
                    <a:pt x="1649" y="1626"/>
                    <a:pt x="1744" y="1578"/>
                    <a:pt x="1827" y="1495"/>
                  </a:cubicBezTo>
                  <a:cubicBezTo>
                    <a:pt x="1945" y="1389"/>
                    <a:pt x="2040" y="1317"/>
                    <a:pt x="1957" y="1199"/>
                  </a:cubicBezTo>
                  <a:cubicBezTo>
                    <a:pt x="2016" y="1128"/>
                    <a:pt x="2099" y="1104"/>
                    <a:pt x="2123" y="1033"/>
                  </a:cubicBezTo>
                  <a:cubicBezTo>
                    <a:pt x="2147" y="962"/>
                    <a:pt x="2123" y="926"/>
                    <a:pt x="2076" y="879"/>
                  </a:cubicBezTo>
                  <a:cubicBezTo>
                    <a:pt x="2123" y="855"/>
                    <a:pt x="2147" y="784"/>
                    <a:pt x="2147" y="724"/>
                  </a:cubicBezTo>
                  <a:cubicBezTo>
                    <a:pt x="2135" y="665"/>
                    <a:pt x="2040" y="582"/>
                    <a:pt x="1993" y="570"/>
                  </a:cubicBezTo>
                  <a:cubicBezTo>
                    <a:pt x="2147" y="475"/>
                    <a:pt x="2360" y="440"/>
                    <a:pt x="2503" y="369"/>
                  </a:cubicBezTo>
                  <a:cubicBezTo>
                    <a:pt x="2657" y="297"/>
                    <a:pt x="2799" y="286"/>
                    <a:pt x="2823" y="120"/>
                  </a:cubicBezTo>
                  <a:lnTo>
                    <a:pt x="2823" y="120"/>
                  </a:lnTo>
                  <a:cubicBezTo>
                    <a:pt x="2337" y="203"/>
                    <a:pt x="1815" y="345"/>
                    <a:pt x="1352" y="523"/>
                  </a:cubicBezTo>
                  <a:cubicBezTo>
                    <a:pt x="1364" y="440"/>
                    <a:pt x="1447" y="380"/>
                    <a:pt x="1506" y="333"/>
                  </a:cubicBezTo>
                  <a:cubicBezTo>
                    <a:pt x="1578" y="286"/>
                    <a:pt x="1566" y="297"/>
                    <a:pt x="1613" y="238"/>
                  </a:cubicBezTo>
                  <a:cubicBezTo>
                    <a:pt x="1661" y="167"/>
                    <a:pt x="1720" y="60"/>
                    <a:pt x="1661" y="1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40"/>
            <p:cNvSpPr/>
            <p:nvPr/>
          </p:nvSpPr>
          <p:spPr>
            <a:xfrm>
              <a:off x="6970854" y="2267669"/>
              <a:ext cx="739362" cy="215086"/>
            </a:xfrm>
            <a:custGeom>
              <a:rect b="b" l="l" r="r" t="t"/>
              <a:pathLst>
                <a:path extrusionOk="0" h="3119" w="10722">
                  <a:moveTo>
                    <a:pt x="10295" y="0"/>
                  </a:moveTo>
                  <a:cubicBezTo>
                    <a:pt x="8675" y="690"/>
                    <a:pt x="6891" y="1011"/>
                    <a:pt x="5114" y="1011"/>
                  </a:cubicBezTo>
                  <a:cubicBezTo>
                    <a:pt x="4509" y="1011"/>
                    <a:pt x="3905" y="974"/>
                    <a:pt x="3309" y="901"/>
                  </a:cubicBezTo>
                  <a:cubicBezTo>
                    <a:pt x="2844" y="842"/>
                    <a:pt x="2387" y="774"/>
                    <a:pt x="1924" y="774"/>
                  </a:cubicBezTo>
                  <a:cubicBezTo>
                    <a:pt x="1833" y="774"/>
                    <a:pt x="1741" y="777"/>
                    <a:pt x="1649" y="783"/>
                  </a:cubicBezTo>
                  <a:cubicBezTo>
                    <a:pt x="1127" y="818"/>
                    <a:pt x="510" y="973"/>
                    <a:pt x="202" y="1423"/>
                  </a:cubicBezTo>
                  <a:cubicBezTo>
                    <a:pt x="131" y="1518"/>
                    <a:pt x="83" y="1625"/>
                    <a:pt x="72" y="1744"/>
                  </a:cubicBezTo>
                  <a:cubicBezTo>
                    <a:pt x="0" y="2242"/>
                    <a:pt x="510" y="2799"/>
                    <a:pt x="902" y="2918"/>
                  </a:cubicBezTo>
                  <a:cubicBezTo>
                    <a:pt x="1410" y="3063"/>
                    <a:pt x="1932" y="3119"/>
                    <a:pt x="2460" y="3119"/>
                  </a:cubicBezTo>
                  <a:cubicBezTo>
                    <a:pt x="3484" y="3119"/>
                    <a:pt x="4529" y="2908"/>
                    <a:pt x="5539" y="2728"/>
                  </a:cubicBezTo>
                  <a:cubicBezTo>
                    <a:pt x="7069" y="2455"/>
                    <a:pt x="8207" y="2040"/>
                    <a:pt x="9642" y="1447"/>
                  </a:cubicBezTo>
                  <a:cubicBezTo>
                    <a:pt x="9903" y="1340"/>
                    <a:pt x="10366" y="1103"/>
                    <a:pt x="10722" y="890"/>
                  </a:cubicBezTo>
                  <a:cubicBezTo>
                    <a:pt x="10579" y="652"/>
                    <a:pt x="10437" y="225"/>
                    <a:pt x="102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40"/>
            <p:cNvSpPr/>
            <p:nvPr/>
          </p:nvSpPr>
          <p:spPr>
            <a:xfrm>
              <a:off x="7638242" y="2263531"/>
              <a:ext cx="74474" cy="95785"/>
            </a:xfrm>
            <a:custGeom>
              <a:rect b="b" l="l" r="r" t="t"/>
              <a:pathLst>
                <a:path extrusionOk="0" h="1389" w="1080">
                  <a:moveTo>
                    <a:pt x="629" y="1"/>
                  </a:moveTo>
                  <a:cubicBezTo>
                    <a:pt x="415" y="96"/>
                    <a:pt x="214" y="167"/>
                    <a:pt x="0" y="250"/>
                  </a:cubicBezTo>
                  <a:cubicBezTo>
                    <a:pt x="154" y="618"/>
                    <a:pt x="237" y="1009"/>
                    <a:pt x="308" y="1388"/>
                  </a:cubicBezTo>
                  <a:cubicBezTo>
                    <a:pt x="557" y="1270"/>
                    <a:pt x="842" y="1116"/>
                    <a:pt x="1079" y="973"/>
                  </a:cubicBezTo>
                  <a:cubicBezTo>
                    <a:pt x="937" y="724"/>
                    <a:pt x="783" y="250"/>
                    <a:pt x="6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40"/>
            <p:cNvSpPr/>
            <p:nvPr/>
          </p:nvSpPr>
          <p:spPr>
            <a:xfrm>
              <a:off x="7221107" y="2461170"/>
              <a:ext cx="230732" cy="347145"/>
            </a:xfrm>
            <a:custGeom>
              <a:rect b="b" l="l" r="r" t="t"/>
              <a:pathLst>
                <a:path extrusionOk="0" h="5034" w="3346">
                  <a:moveTo>
                    <a:pt x="1526" y="0"/>
                  </a:moveTo>
                  <a:cubicBezTo>
                    <a:pt x="1444" y="0"/>
                    <a:pt x="1368" y="56"/>
                    <a:pt x="1341" y="147"/>
                  </a:cubicBezTo>
                  <a:lnTo>
                    <a:pt x="36" y="4701"/>
                  </a:lnTo>
                  <a:cubicBezTo>
                    <a:pt x="1" y="4820"/>
                    <a:pt x="84" y="4939"/>
                    <a:pt x="214" y="4950"/>
                  </a:cubicBezTo>
                  <a:lnTo>
                    <a:pt x="1732" y="5033"/>
                  </a:lnTo>
                  <a:cubicBezTo>
                    <a:pt x="1815" y="5033"/>
                    <a:pt x="1898" y="4974"/>
                    <a:pt x="1922" y="4903"/>
                  </a:cubicBezTo>
                  <a:lnTo>
                    <a:pt x="3309" y="930"/>
                  </a:lnTo>
                  <a:cubicBezTo>
                    <a:pt x="3345" y="835"/>
                    <a:pt x="3298" y="728"/>
                    <a:pt x="3203" y="681"/>
                  </a:cubicBezTo>
                  <a:lnTo>
                    <a:pt x="1602" y="17"/>
                  </a:lnTo>
                  <a:cubicBezTo>
                    <a:pt x="1577" y="6"/>
                    <a:pt x="1551" y="0"/>
                    <a:pt x="15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40"/>
            <p:cNvSpPr/>
            <p:nvPr/>
          </p:nvSpPr>
          <p:spPr>
            <a:xfrm>
              <a:off x="7226003" y="2465859"/>
              <a:ext cx="232318" cy="349007"/>
            </a:xfrm>
            <a:custGeom>
              <a:rect b="b" l="l" r="r" t="t"/>
              <a:pathLst>
                <a:path extrusionOk="0" h="5061" w="3369">
                  <a:moveTo>
                    <a:pt x="1493" y="1"/>
                  </a:moveTo>
                  <a:cubicBezTo>
                    <a:pt x="1448" y="1"/>
                    <a:pt x="1407" y="33"/>
                    <a:pt x="1388" y="79"/>
                  </a:cubicBezTo>
                  <a:lnTo>
                    <a:pt x="24" y="4835"/>
                  </a:lnTo>
                  <a:cubicBezTo>
                    <a:pt x="1" y="4894"/>
                    <a:pt x="48" y="4965"/>
                    <a:pt x="119" y="4965"/>
                  </a:cubicBezTo>
                  <a:lnTo>
                    <a:pt x="1803" y="5060"/>
                  </a:lnTo>
                  <a:cubicBezTo>
                    <a:pt x="1851" y="5060"/>
                    <a:pt x="1898" y="5037"/>
                    <a:pt x="1922" y="4989"/>
                  </a:cubicBezTo>
                  <a:lnTo>
                    <a:pt x="3357" y="886"/>
                  </a:lnTo>
                  <a:cubicBezTo>
                    <a:pt x="3369" y="826"/>
                    <a:pt x="3345" y="767"/>
                    <a:pt x="3298" y="743"/>
                  </a:cubicBezTo>
                  <a:lnTo>
                    <a:pt x="1531" y="8"/>
                  </a:lnTo>
                  <a:cubicBezTo>
                    <a:pt x="1518" y="3"/>
                    <a:pt x="1505" y="1"/>
                    <a:pt x="14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40"/>
            <p:cNvSpPr/>
            <p:nvPr/>
          </p:nvSpPr>
          <p:spPr>
            <a:xfrm>
              <a:off x="7368336" y="2558817"/>
              <a:ext cx="94127" cy="155436"/>
            </a:xfrm>
            <a:custGeom>
              <a:rect b="b" l="l" r="r" t="t"/>
              <a:pathLst>
                <a:path extrusionOk="0" h="2254" w="1365">
                  <a:moveTo>
                    <a:pt x="487" y="1388"/>
                  </a:moveTo>
                  <a:cubicBezTo>
                    <a:pt x="546" y="1400"/>
                    <a:pt x="605" y="1411"/>
                    <a:pt x="653" y="1423"/>
                  </a:cubicBezTo>
                  <a:lnTo>
                    <a:pt x="641" y="1471"/>
                  </a:lnTo>
                  <a:cubicBezTo>
                    <a:pt x="593" y="1435"/>
                    <a:pt x="546" y="1411"/>
                    <a:pt x="487" y="1388"/>
                  </a:cubicBezTo>
                  <a:close/>
                  <a:moveTo>
                    <a:pt x="973" y="0"/>
                  </a:moveTo>
                  <a:cubicBezTo>
                    <a:pt x="842" y="36"/>
                    <a:pt x="771" y="190"/>
                    <a:pt x="807" y="309"/>
                  </a:cubicBezTo>
                  <a:cubicBezTo>
                    <a:pt x="831" y="392"/>
                    <a:pt x="890" y="463"/>
                    <a:pt x="925" y="546"/>
                  </a:cubicBezTo>
                  <a:cubicBezTo>
                    <a:pt x="925" y="581"/>
                    <a:pt x="937" y="605"/>
                    <a:pt x="937" y="641"/>
                  </a:cubicBezTo>
                  <a:cubicBezTo>
                    <a:pt x="914" y="724"/>
                    <a:pt x="890" y="819"/>
                    <a:pt x="854" y="902"/>
                  </a:cubicBezTo>
                  <a:cubicBezTo>
                    <a:pt x="712" y="866"/>
                    <a:pt x="581" y="842"/>
                    <a:pt x="439" y="819"/>
                  </a:cubicBezTo>
                  <a:cubicBezTo>
                    <a:pt x="415" y="819"/>
                    <a:pt x="392" y="813"/>
                    <a:pt x="371" y="813"/>
                  </a:cubicBezTo>
                  <a:cubicBezTo>
                    <a:pt x="361" y="813"/>
                    <a:pt x="352" y="815"/>
                    <a:pt x="344" y="819"/>
                  </a:cubicBezTo>
                  <a:cubicBezTo>
                    <a:pt x="309" y="830"/>
                    <a:pt x="285" y="854"/>
                    <a:pt x="285" y="890"/>
                  </a:cubicBezTo>
                  <a:cubicBezTo>
                    <a:pt x="297" y="925"/>
                    <a:pt x="332" y="949"/>
                    <a:pt x="368" y="961"/>
                  </a:cubicBezTo>
                  <a:cubicBezTo>
                    <a:pt x="498" y="1020"/>
                    <a:pt x="617" y="1068"/>
                    <a:pt x="747" y="1127"/>
                  </a:cubicBezTo>
                  <a:lnTo>
                    <a:pt x="736" y="1162"/>
                  </a:lnTo>
                  <a:cubicBezTo>
                    <a:pt x="570" y="1127"/>
                    <a:pt x="404" y="1091"/>
                    <a:pt x="238" y="1056"/>
                  </a:cubicBezTo>
                  <a:cubicBezTo>
                    <a:pt x="213" y="1051"/>
                    <a:pt x="185" y="1046"/>
                    <a:pt x="157" y="1046"/>
                  </a:cubicBezTo>
                  <a:cubicBezTo>
                    <a:pt x="116" y="1046"/>
                    <a:pt x="76" y="1056"/>
                    <a:pt x="48" y="1091"/>
                  </a:cubicBezTo>
                  <a:cubicBezTo>
                    <a:pt x="24" y="1127"/>
                    <a:pt x="24" y="1186"/>
                    <a:pt x="60" y="1222"/>
                  </a:cubicBezTo>
                  <a:cubicBezTo>
                    <a:pt x="83" y="1257"/>
                    <a:pt x="119" y="1293"/>
                    <a:pt x="166" y="1305"/>
                  </a:cubicBezTo>
                  <a:cubicBezTo>
                    <a:pt x="143" y="1305"/>
                    <a:pt x="119" y="1305"/>
                    <a:pt x="95" y="1317"/>
                  </a:cubicBezTo>
                  <a:cubicBezTo>
                    <a:pt x="60" y="1340"/>
                    <a:pt x="48" y="1388"/>
                    <a:pt x="60" y="1435"/>
                  </a:cubicBezTo>
                  <a:cubicBezTo>
                    <a:pt x="83" y="1506"/>
                    <a:pt x="155" y="1542"/>
                    <a:pt x="214" y="1578"/>
                  </a:cubicBezTo>
                  <a:cubicBezTo>
                    <a:pt x="332" y="1637"/>
                    <a:pt x="439" y="1696"/>
                    <a:pt x="546" y="1755"/>
                  </a:cubicBezTo>
                  <a:lnTo>
                    <a:pt x="498" y="1921"/>
                  </a:lnTo>
                  <a:lnTo>
                    <a:pt x="60" y="2135"/>
                  </a:lnTo>
                  <a:cubicBezTo>
                    <a:pt x="36" y="2147"/>
                    <a:pt x="12" y="2159"/>
                    <a:pt x="0" y="2182"/>
                  </a:cubicBezTo>
                  <a:cubicBezTo>
                    <a:pt x="0" y="2206"/>
                    <a:pt x="24" y="2230"/>
                    <a:pt x="48" y="2242"/>
                  </a:cubicBezTo>
                  <a:cubicBezTo>
                    <a:pt x="71" y="2254"/>
                    <a:pt x="95" y="2254"/>
                    <a:pt x="131" y="2254"/>
                  </a:cubicBezTo>
                  <a:cubicBezTo>
                    <a:pt x="226" y="2242"/>
                    <a:pt x="309" y="2230"/>
                    <a:pt x="404" y="2206"/>
                  </a:cubicBezTo>
                  <a:lnTo>
                    <a:pt x="427" y="2206"/>
                  </a:lnTo>
                  <a:cubicBezTo>
                    <a:pt x="463" y="2194"/>
                    <a:pt x="487" y="2194"/>
                    <a:pt x="522" y="2182"/>
                  </a:cubicBezTo>
                  <a:cubicBezTo>
                    <a:pt x="534" y="2182"/>
                    <a:pt x="546" y="2182"/>
                    <a:pt x="558" y="2171"/>
                  </a:cubicBezTo>
                  <a:cubicBezTo>
                    <a:pt x="617" y="2159"/>
                    <a:pt x="676" y="2135"/>
                    <a:pt x="747" y="2111"/>
                  </a:cubicBezTo>
                  <a:cubicBezTo>
                    <a:pt x="795" y="2099"/>
                    <a:pt x="842" y="2076"/>
                    <a:pt x="902" y="2064"/>
                  </a:cubicBezTo>
                  <a:cubicBezTo>
                    <a:pt x="1020" y="2016"/>
                    <a:pt x="1139" y="1969"/>
                    <a:pt x="1222" y="1874"/>
                  </a:cubicBezTo>
                  <a:cubicBezTo>
                    <a:pt x="1364" y="1720"/>
                    <a:pt x="1340" y="1459"/>
                    <a:pt x="1281" y="1245"/>
                  </a:cubicBezTo>
                  <a:cubicBezTo>
                    <a:pt x="1269" y="1198"/>
                    <a:pt x="1257" y="1151"/>
                    <a:pt x="1246" y="1103"/>
                  </a:cubicBezTo>
                  <a:cubicBezTo>
                    <a:pt x="1246" y="1091"/>
                    <a:pt x="1234" y="1091"/>
                    <a:pt x="1234" y="1079"/>
                  </a:cubicBezTo>
                  <a:cubicBezTo>
                    <a:pt x="1210" y="996"/>
                    <a:pt x="1198" y="913"/>
                    <a:pt x="1186" y="830"/>
                  </a:cubicBezTo>
                  <a:cubicBezTo>
                    <a:pt x="1210" y="735"/>
                    <a:pt x="1246" y="652"/>
                    <a:pt x="1234" y="569"/>
                  </a:cubicBezTo>
                  <a:cubicBezTo>
                    <a:pt x="1222" y="534"/>
                    <a:pt x="1210" y="498"/>
                    <a:pt x="1198" y="463"/>
                  </a:cubicBezTo>
                  <a:cubicBezTo>
                    <a:pt x="1127" y="309"/>
                    <a:pt x="1044" y="154"/>
                    <a:pt x="973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1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3" name="Google Shape;323;p41"/>
          <p:cNvGrpSpPr/>
          <p:nvPr/>
        </p:nvGrpSpPr>
        <p:grpSpPr>
          <a:xfrm>
            <a:off x="789394" y="1450348"/>
            <a:ext cx="2814254" cy="2978109"/>
            <a:chOff x="-3721625" y="53107"/>
            <a:chExt cx="3414528" cy="3613333"/>
          </a:xfrm>
        </p:grpSpPr>
        <p:sp>
          <p:nvSpPr>
            <p:cNvPr id="324" name="Google Shape;324;p41"/>
            <p:cNvSpPr/>
            <p:nvPr/>
          </p:nvSpPr>
          <p:spPr>
            <a:xfrm>
              <a:off x="-3053655" y="1801320"/>
              <a:ext cx="421328" cy="303067"/>
            </a:xfrm>
            <a:custGeom>
              <a:rect b="b" l="l" r="r" t="t"/>
              <a:pathLst>
                <a:path extrusionOk="0" h="3336" w="4638">
                  <a:moveTo>
                    <a:pt x="1608" y="40"/>
                  </a:moveTo>
                  <a:cubicBezTo>
                    <a:pt x="1553" y="40"/>
                    <a:pt x="1500" y="46"/>
                    <a:pt x="1447" y="60"/>
                  </a:cubicBezTo>
                  <a:cubicBezTo>
                    <a:pt x="1163" y="131"/>
                    <a:pt x="202" y="1"/>
                    <a:pt x="95" y="285"/>
                  </a:cubicBezTo>
                  <a:cubicBezTo>
                    <a:pt x="0" y="558"/>
                    <a:pt x="783" y="1317"/>
                    <a:pt x="783" y="1626"/>
                  </a:cubicBezTo>
                  <a:cubicBezTo>
                    <a:pt x="1293" y="1827"/>
                    <a:pt x="1673" y="2266"/>
                    <a:pt x="2076" y="2645"/>
                  </a:cubicBezTo>
                  <a:cubicBezTo>
                    <a:pt x="2460" y="3007"/>
                    <a:pt x="2930" y="3336"/>
                    <a:pt x="3445" y="3336"/>
                  </a:cubicBezTo>
                  <a:cubicBezTo>
                    <a:pt x="3470" y="3336"/>
                    <a:pt x="3497" y="3335"/>
                    <a:pt x="3523" y="3333"/>
                  </a:cubicBezTo>
                  <a:cubicBezTo>
                    <a:pt x="3902" y="3298"/>
                    <a:pt x="4246" y="3084"/>
                    <a:pt x="4436" y="2752"/>
                  </a:cubicBezTo>
                  <a:cubicBezTo>
                    <a:pt x="4626" y="2432"/>
                    <a:pt x="4637" y="2017"/>
                    <a:pt x="4471" y="1673"/>
                  </a:cubicBezTo>
                  <a:cubicBezTo>
                    <a:pt x="4294" y="1329"/>
                    <a:pt x="3961" y="1080"/>
                    <a:pt x="3618" y="890"/>
                  </a:cubicBezTo>
                  <a:cubicBezTo>
                    <a:pt x="3226" y="665"/>
                    <a:pt x="2811" y="475"/>
                    <a:pt x="2396" y="297"/>
                  </a:cubicBezTo>
                  <a:cubicBezTo>
                    <a:pt x="2160" y="189"/>
                    <a:pt x="1874" y="40"/>
                    <a:pt x="1608" y="40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41"/>
            <p:cNvSpPr/>
            <p:nvPr/>
          </p:nvSpPr>
          <p:spPr>
            <a:xfrm>
              <a:off x="-2982525" y="1820762"/>
              <a:ext cx="296328" cy="283626"/>
            </a:xfrm>
            <a:custGeom>
              <a:rect b="b" l="l" r="r" t="t"/>
              <a:pathLst>
                <a:path extrusionOk="0" h="3122" w="3262">
                  <a:moveTo>
                    <a:pt x="498" y="0"/>
                  </a:moveTo>
                  <a:cubicBezTo>
                    <a:pt x="320" y="119"/>
                    <a:pt x="178" y="309"/>
                    <a:pt x="107" y="510"/>
                  </a:cubicBezTo>
                  <a:cubicBezTo>
                    <a:pt x="12" y="795"/>
                    <a:pt x="0" y="1103"/>
                    <a:pt x="0" y="1400"/>
                  </a:cubicBezTo>
                  <a:cubicBezTo>
                    <a:pt x="510" y="1613"/>
                    <a:pt x="890" y="2040"/>
                    <a:pt x="1293" y="2420"/>
                  </a:cubicBezTo>
                  <a:cubicBezTo>
                    <a:pt x="1677" y="2781"/>
                    <a:pt x="2148" y="3122"/>
                    <a:pt x="2664" y="3122"/>
                  </a:cubicBezTo>
                  <a:cubicBezTo>
                    <a:pt x="2689" y="3122"/>
                    <a:pt x="2714" y="3121"/>
                    <a:pt x="2740" y="3119"/>
                  </a:cubicBezTo>
                  <a:cubicBezTo>
                    <a:pt x="2882" y="3107"/>
                    <a:pt x="3024" y="3060"/>
                    <a:pt x="3155" y="3001"/>
                  </a:cubicBezTo>
                  <a:cubicBezTo>
                    <a:pt x="3262" y="2609"/>
                    <a:pt x="3190" y="2171"/>
                    <a:pt x="3036" y="1755"/>
                  </a:cubicBezTo>
                  <a:cubicBezTo>
                    <a:pt x="2597" y="783"/>
                    <a:pt x="1589" y="12"/>
                    <a:pt x="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41"/>
            <p:cNvSpPr/>
            <p:nvPr/>
          </p:nvSpPr>
          <p:spPr>
            <a:xfrm>
              <a:off x="-2960995" y="1845473"/>
              <a:ext cx="314678" cy="264185"/>
            </a:xfrm>
            <a:custGeom>
              <a:rect b="b" l="l" r="r" t="t"/>
              <a:pathLst>
                <a:path extrusionOk="0" h="2908" w="3464">
                  <a:moveTo>
                    <a:pt x="736" y="1"/>
                  </a:moveTo>
                  <a:lnTo>
                    <a:pt x="736" y="1"/>
                  </a:lnTo>
                  <a:cubicBezTo>
                    <a:pt x="747" y="855"/>
                    <a:pt x="463" y="1578"/>
                    <a:pt x="0" y="2183"/>
                  </a:cubicBezTo>
                  <a:cubicBezTo>
                    <a:pt x="60" y="2207"/>
                    <a:pt x="119" y="2219"/>
                    <a:pt x="178" y="2242"/>
                  </a:cubicBezTo>
                  <a:cubicBezTo>
                    <a:pt x="581" y="2397"/>
                    <a:pt x="949" y="2598"/>
                    <a:pt x="1340" y="2741"/>
                  </a:cubicBezTo>
                  <a:cubicBezTo>
                    <a:pt x="1608" y="2838"/>
                    <a:pt x="1898" y="2908"/>
                    <a:pt x="2184" y="2908"/>
                  </a:cubicBezTo>
                  <a:cubicBezTo>
                    <a:pt x="2316" y="2908"/>
                    <a:pt x="2447" y="2893"/>
                    <a:pt x="2574" y="2859"/>
                  </a:cubicBezTo>
                  <a:cubicBezTo>
                    <a:pt x="2977" y="2764"/>
                    <a:pt x="3357" y="2444"/>
                    <a:pt x="3416" y="2029"/>
                  </a:cubicBezTo>
                  <a:cubicBezTo>
                    <a:pt x="3463" y="1649"/>
                    <a:pt x="3262" y="1270"/>
                    <a:pt x="2977" y="1033"/>
                  </a:cubicBezTo>
                  <a:cubicBezTo>
                    <a:pt x="2681" y="784"/>
                    <a:pt x="2325" y="641"/>
                    <a:pt x="1969" y="499"/>
                  </a:cubicBezTo>
                  <a:cubicBezTo>
                    <a:pt x="1554" y="333"/>
                    <a:pt x="1139" y="167"/>
                    <a:pt x="736" y="1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41"/>
            <p:cNvSpPr/>
            <p:nvPr/>
          </p:nvSpPr>
          <p:spPr>
            <a:xfrm>
              <a:off x="-2960995" y="1989923"/>
              <a:ext cx="296328" cy="119737"/>
            </a:xfrm>
            <a:custGeom>
              <a:rect b="b" l="l" r="r" t="t"/>
              <a:pathLst>
                <a:path extrusionOk="0" h="1318" w="3262">
                  <a:moveTo>
                    <a:pt x="368" y="0"/>
                  </a:moveTo>
                  <a:cubicBezTo>
                    <a:pt x="261" y="214"/>
                    <a:pt x="143" y="403"/>
                    <a:pt x="0" y="593"/>
                  </a:cubicBezTo>
                  <a:cubicBezTo>
                    <a:pt x="60" y="617"/>
                    <a:pt x="119" y="629"/>
                    <a:pt x="178" y="652"/>
                  </a:cubicBezTo>
                  <a:cubicBezTo>
                    <a:pt x="581" y="807"/>
                    <a:pt x="949" y="1008"/>
                    <a:pt x="1340" y="1151"/>
                  </a:cubicBezTo>
                  <a:cubicBezTo>
                    <a:pt x="1608" y="1248"/>
                    <a:pt x="1898" y="1318"/>
                    <a:pt x="2184" y="1318"/>
                  </a:cubicBezTo>
                  <a:cubicBezTo>
                    <a:pt x="2316" y="1318"/>
                    <a:pt x="2447" y="1303"/>
                    <a:pt x="2574" y="1269"/>
                  </a:cubicBezTo>
                  <a:cubicBezTo>
                    <a:pt x="2847" y="1210"/>
                    <a:pt x="3096" y="1032"/>
                    <a:pt x="3262" y="807"/>
                  </a:cubicBezTo>
                  <a:lnTo>
                    <a:pt x="3262" y="807"/>
                  </a:lnTo>
                  <a:cubicBezTo>
                    <a:pt x="3217" y="808"/>
                    <a:pt x="3171" y="809"/>
                    <a:pt x="3126" y="809"/>
                  </a:cubicBezTo>
                  <a:cubicBezTo>
                    <a:pt x="2216" y="809"/>
                    <a:pt x="1249" y="475"/>
                    <a:pt x="368" y="0"/>
                  </a:cubicBezTo>
                  <a:close/>
                </a:path>
              </a:pathLst>
            </a:custGeom>
            <a:solidFill>
              <a:srgbClr val="885D39">
                <a:alpha val="42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8" name="Google Shape;328;p41"/>
            <p:cNvGrpSpPr/>
            <p:nvPr/>
          </p:nvGrpSpPr>
          <p:grpSpPr>
            <a:xfrm>
              <a:off x="-3160539" y="53107"/>
              <a:ext cx="2853442" cy="1717482"/>
              <a:chOff x="3016932" y="858943"/>
              <a:chExt cx="2179531" cy="1311856"/>
            </a:xfrm>
          </p:grpSpPr>
          <p:sp>
            <p:nvSpPr>
              <p:cNvPr id="329" name="Google Shape;329;p41"/>
              <p:cNvSpPr/>
              <p:nvPr/>
            </p:nvSpPr>
            <p:spPr>
              <a:xfrm flipH="1">
                <a:off x="3016932" y="858943"/>
                <a:ext cx="2179531" cy="1311856"/>
              </a:xfrm>
              <a:custGeom>
                <a:rect b="b" l="l" r="r" t="t"/>
                <a:pathLst>
                  <a:path extrusionOk="0" h="17375" w="28867">
                    <a:moveTo>
                      <a:pt x="0" y="0"/>
                    </a:moveTo>
                    <a:lnTo>
                      <a:pt x="0" y="17375"/>
                    </a:lnTo>
                    <a:lnTo>
                      <a:pt x="28867" y="17375"/>
                    </a:lnTo>
                    <a:lnTo>
                      <a:pt x="288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41"/>
              <p:cNvSpPr/>
              <p:nvPr/>
            </p:nvSpPr>
            <p:spPr>
              <a:xfrm flipH="1">
                <a:off x="3043774" y="994994"/>
                <a:ext cx="651964" cy="652870"/>
              </a:xfrm>
              <a:custGeom>
                <a:rect b="b" l="l" r="r" t="t"/>
                <a:pathLst>
                  <a:path extrusionOk="0" h="8647" w="8635">
                    <a:moveTo>
                      <a:pt x="4317" y="1"/>
                    </a:moveTo>
                    <a:cubicBezTo>
                      <a:pt x="1933" y="1"/>
                      <a:pt x="0" y="1934"/>
                      <a:pt x="0" y="4318"/>
                    </a:cubicBezTo>
                    <a:cubicBezTo>
                      <a:pt x="0" y="6702"/>
                      <a:pt x="1933" y="8647"/>
                      <a:pt x="4317" y="8647"/>
                    </a:cubicBezTo>
                    <a:cubicBezTo>
                      <a:pt x="6701" y="8647"/>
                      <a:pt x="8634" y="6702"/>
                      <a:pt x="8634" y="4318"/>
                    </a:cubicBezTo>
                    <a:cubicBezTo>
                      <a:pt x="8634" y="1934"/>
                      <a:pt x="6701" y="1"/>
                      <a:pt x="4317" y="1"/>
                    </a:cubicBezTo>
                    <a:close/>
                  </a:path>
                </a:pathLst>
              </a:custGeom>
              <a:solidFill>
                <a:srgbClr val="FAA70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41"/>
              <p:cNvSpPr/>
              <p:nvPr/>
            </p:nvSpPr>
            <p:spPr>
              <a:xfrm flipH="1">
                <a:off x="3233666" y="994994"/>
                <a:ext cx="368981" cy="331380"/>
              </a:xfrm>
              <a:custGeom>
                <a:rect b="b" l="l" r="r" t="t"/>
                <a:pathLst>
                  <a:path extrusionOk="0" h="4389" w="4887">
                    <a:moveTo>
                      <a:pt x="3060" y="1"/>
                    </a:moveTo>
                    <a:cubicBezTo>
                      <a:pt x="1862" y="13"/>
                      <a:pt x="771" y="511"/>
                      <a:pt x="1" y="1305"/>
                    </a:cubicBezTo>
                    <a:lnTo>
                      <a:pt x="2871" y="4389"/>
                    </a:lnTo>
                    <a:lnTo>
                      <a:pt x="4887" y="404"/>
                    </a:lnTo>
                    <a:cubicBezTo>
                      <a:pt x="4329" y="143"/>
                      <a:pt x="3713" y="1"/>
                      <a:pt x="30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41"/>
              <p:cNvSpPr/>
              <p:nvPr/>
            </p:nvSpPr>
            <p:spPr>
              <a:xfrm flipH="1">
                <a:off x="3089462" y="1025496"/>
                <a:ext cx="296498" cy="303596"/>
              </a:xfrm>
              <a:custGeom>
                <a:rect b="b" l="l" r="r" t="t"/>
                <a:pathLst>
                  <a:path extrusionOk="0" h="4021" w="3927">
                    <a:moveTo>
                      <a:pt x="2017" y="0"/>
                    </a:moveTo>
                    <a:lnTo>
                      <a:pt x="1" y="3985"/>
                    </a:lnTo>
                    <a:lnTo>
                      <a:pt x="36" y="4020"/>
                    </a:lnTo>
                    <a:lnTo>
                      <a:pt x="3926" y="1708"/>
                    </a:lnTo>
                    <a:cubicBezTo>
                      <a:pt x="3475" y="961"/>
                      <a:pt x="2811" y="368"/>
                      <a:pt x="20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41"/>
              <p:cNvSpPr/>
              <p:nvPr/>
            </p:nvSpPr>
            <p:spPr>
              <a:xfrm flipH="1">
                <a:off x="3385876" y="1093522"/>
                <a:ext cx="310768" cy="394954"/>
              </a:xfrm>
              <a:custGeom>
                <a:rect b="b" l="l" r="r" t="t"/>
                <a:pathLst>
                  <a:path extrusionOk="0" h="5231" w="4116">
                    <a:moveTo>
                      <a:pt x="1246" y="0"/>
                    </a:moveTo>
                    <a:cubicBezTo>
                      <a:pt x="475" y="783"/>
                      <a:pt x="0" y="1850"/>
                      <a:pt x="12" y="3036"/>
                    </a:cubicBezTo>
                    <a:cubicBezTo>
                      <a:pt x="12" y="3843"/>
                      <a:pt x="237" y="4590"/>
                      <a:pt x="617" y="5230"/>
                    </a:cubicBezTo>
                    <a:lnTo>
                      <a:pt x="4068" y="3179"/>
                    </a:lnTo>
                    <a:lnTo>
                      <a:pt x="4116" y="3084"/>
                    </a:lnTo>
                    <a:lnTo>
                      <a:pt x="12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41"/>
              <p:cNvSpPr/>
              <p:nvPr/>
            </p:nvSpPr>
            <p:spPr>
              <a:xfrm flipH="1">
                <a:off x="3383166" y="1326288"/>
                <a:ext cx="7248" cy="7248"/>
              </a:xfrm>
              <a:custGeom>
                <a:rect b="b" l="l" r="r" t="t"/>
                <a:pathLst>
                  <a:path extrusionOk="0" h="96" w="96">
                    <a:moveTo>
                      <a:pt x="60" y="1"/>
                    </a:moveTo>
                    <a:lnTo>
                      <a:pt x="0" y="96"/>
                    </a:lnTo>
                    <a:lnTo>
                      <a:pt x="0" y="96"/>
                    </a:lnTo>
                    <a:lnTo>
                      <a:pt x="95" y="48"/>
                    </a:lnTo>
                    <a:lnTo>
                      <a:pt x="60" y="1"/>
                    </a:lnTo>
                    <a:close/>
                  </a:path>
                </a:pathLst>
              </a:custGeom>
              <a:solidFill>
                <a:srgbClr val="FAA70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41"/>
              <p:cNvSpPr/>
              <p:nvPr/>
            </p:nvSpPr>
            <p:spPr>
              <a:xfrm flipH="1">
                <a:off x="3159298" y="1329912"/>
                <a:ext cx="369056" cy="317941"/>
              </a:xfrm>
              <a:custGeom>
                <a:rect b="b" l="l" r="r" t="t"/>
                <a:pathLst>
                  <a:path extrusionOk="0" h="4211" w="4888">
                    <a:moveTo>
                      <a:pt x="1922" y="0"/>
                    </a:moveTo>
                    <a:lnTo>
                      <a:pt x="1839" y="48"/>
                    </a:lnTo>
                    <a:lnTo>
                      <a:pt x="1" y="3665"/>
                    </a:lnTo>
                    <a:cubicBezTo>
                      <a:pt x="629" y="4009"/>
                      <a:pt x="1353" y="4211"/>
                      <a:pt x="2112" y="4211"/>
                    </a:cubicBezTo>
                    <a:cubicBezTo>
                      <a:pt x="3179" y="4199"/>
                      <a:pt x="4140" y="3819"/>
                      <a:pt x="4887" y="3179"/>
                    </a:cubicBezTo>
                    <a:lnTo>
                      <a:pt x="192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41"/>
              <p:cNvSpPr/>
              <p:nvPr/>
            </p:nvSpPr>
            <p:spPr>
              <a:xfrm flipH="1">
                <a:off x="3390332" y="1333461"/>
                <a:ext cx="259804" cy="273168"/>
              </a:xfrm>
              <a:custGeom>
                <a:rect b="b" l="l" r="r" t="t"/>
                <a:pathLst>
                  <a:path extrusionOk="0" h="3618" w="3441">
                    <a:moveTo>
                      <a:pt x="3440" y="1"/>
                    </a:moveTo>
                    <a:lnTo>
                      <a:pt x="1" y="2052"/>
                    </a:lnTo>
                    <a:cubicBezTo>
                      <a:pt x="392" y="2705"/>
                      <a:pt x="950" y="3250"/>
                      <a:pt x="1614" y="3618"/>
                    </a:cubicBezTo>
                    <a:lnTo>
                      <a:pt x="344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41"/>
              <p:cNvSpPr/>
              <p:nvPr/>
            </p:nvSpPr>
            <p:spPr>
              <a:xfrm flipH="1">
                <a:off x="3043783" y="1154375"/>
                <a:ext cx="339459" cy="415566"/>
              </a:xfrm>
              <a:custGeom>
                <a:rect b="b" l="l" r="r" t="t"/>
                <a:pathLst>
                  <a:path extrusionOk="0" h="5504" w="4496">
                    <a:moveTo>
                      <a:pt x="3890" y="1"/>
                    </a:moveTo>
                    <a:lnTo>
                      <a:pt x="0" y="2325"/>
                    </a:lnTo>
                    <a:lnTo>
                      <a:pt x="2965" y="5504"/>
                    </a:lnTo>
                    <a:cubicBezTo>
                      <a:pt x="3902" y="4709"/>
                      <a:pt x="4495" y="3523"/>
                      <a:pt x="4495" y="2195"/>
                    </a:cubicBezTo>
                    <a:cubicBezTo>
                      <a:pt x="4495" y="1400"/>
                      <a:pt x="4270" y="641"/>
                      <a:pt x="389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41"/>
              <p:cNvSpPr/>
              <p:nvPr/>
            </p:nvSpPr>
            <p:spPr>
              <a:xfrm flipH="1">
                <a:off x="3142308" y="1093522"/>
                <a:ext cx="454978" cy="455809"/>
              </a:xfrm>
              <a:custGeom>
                <a:rect b="b" l="l" r="r" t="t"/>
                <a:pathLst>
                  <a:path extrusionOk="0" h="6037" w="6026">
                    <a:moveTo>
                      <a:pt x="3013" y="0"/>
                    </a:moveTo>
                    <a:cubicBezTo>
                      <a:pt x="1341" y="0"/>
                      <a:pt x="1" y="1352"/>
                      <a:pt x="1" y="3013"/>
                    </a:cubicBezTo>
                    <a:cubicBezTo>
                      <a:pt x="1" y="4685"/>
                      <a:pt x="1341" y="6037"/>
                      <a:pt x="3013" y="6037"/>
                    </a:cubicBezTo>
                    <a:cubicBezTo>
                      <a:pt x="4673" y="6037"/>
                      <a:pt x="6025" y="4685"/>
                      <a:pt x="6025" y="3013"/>
                    </a:cubicBezTo>
                    <a:cubicBezTo>
                      <a:pt x="6025" y="1352"/>
                      <a:pt x="4673" y="0"/>
                      <a:pt x="301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41"/>
              <p:cNvSpPr/>
              <p:nvPr/>
            </p:nvSpPr>
            <p:spPr>
              <a:xfrm flipH="1">
                <a:off x="3172736" y="1123948"/>
                <a:ext cx="394123" cy="394954"/>
              </a:xfrm>
              <a:custGeom>
                <a:rect b="b" l="l" r="r" t="t"/>
                <a:pathLst>
                  <a:path extrusionOk="0" h="5231" w="5220">
                    <a:moveTo>
                      <a:pt x="2610" y="155"/>
                    </a:moveTo>
                    <a:cubicBezTo>
                      <a:pt x="3962" y="155"/>
                      <a:pt x="5077" y="1258"/>
                      <a:pt x="5077" y="2610"/>
                    </a:cubicBezTo>
                    <a:cubicBezTo>
                      <a:pt x="5077" y="3974"/>
                      <a:pt x="3962" y="5077"/>
                      <a:pt x="2610" y="5077"/>
                    </a:cubicBezTo>
                    <a:cubicBezTo>
                      <a:pt x="1246" y="5077"/>
                      <a:pt x="143" y="3974"/>
                      <a:pt x="143" y="2610"/>
                    </a:cubicBezTo>
                    <a:cubicBezTo>
                      <a:pt x="143" y="1258"/>
                      <a:pt x="1246" y="155"/>
                      <a:pt x="2610" y="155"/>
                    </a:cubicBezTo>
                    <a:close/>
                    <a:moveTo>
                      <a:pt x="2610" y="1"/>
                    </a:moveTo>
                    <a:cubicBezTo>
                      <a:pt x="1163" y="1"/>
                      <a:pt x="1" y="1175"/>
                      <a:pt x="1" y="2622"/>
                    </a:cubicBezTo>
                    <a:cubicBezTo>
                      <a:pt x="1" y="4057"/>
                      <a:pt x="1163" y="5231"/>
                      <a:pt x="2610" y="5231"/>
                    </a:cubicBezTo>
                    <a:cubicBezTo>
                      <a:pt x="4045" y="5231"/>
                      <a:pt x="5219" y="4057"/>
                      <a:pt x="5219" y="2622"/>
                    </a:cubicBezTo>
                    <a:cubicBezTo>
                      <a:pt x="5219" y="1175"/>
                      <a:pt x="4045" y="1"/>
                      <a:pt x="26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41"/>
              <p:cNvSpPr/>
              <p:nvPr/>
            </p:nvSpPr>
            <p:spPr>
              <a:xfrm flipH="1">
                <a:off x="3281087" y="1719417"/>
                <a:ext cx="96794" cy="22424"/>
              </a:xfrm>
              <a:custGeom>
                <a:rect b="b" l="l" r="r" t="t"/>
                <a:pathLst>
                  <a:path extrusionOk="0" h="297" w="1282">
                    <a:moveTo>
                      <a:pt x="0" y="0"/>
                    </a:moveTo>
                    <a:lnTo>
                      <a:pt x="0" y="297"/>
                    </a:lnTo>
                    <a:lnTo>
                      <a:pt x="1281" y="297"/>
                    </a:lnTo>
                    <a:lnTo>
                      <a:pt x="128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41"/>
              <p:cNvSpPr/>
              <p:nvPr/>
            </p:nvSpPr>
            <p:spPr>
              <a:xfrm flipH="1">
                <a:off x="3233672" y="1778533"/>
                <a:ext cx="144210" cy="22424"/>
              </a:xfrm>
              <a:custGeom>
                <a:rect b="b" l="l" r="r" t="t"/>
                <a:pathLst>
                  <a:path extrusionOk="0" h="297" w="1910">
                    <a:moveTo>
                      <a:pt x="0" y="0"/>
                    </a:moveTo>
                    <a:lnTo>
                      <a:pt x="0" y="297"/>
                    </a:lnTo>
                    <a:lnTo>
                      <a:pt x="1910" y="297"/>
                    </a:lnTo>
                    <a:lnTo>
                      <a:pt x="191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41"/>
              <p:cNvSpPr/>
              <p:nvPr/>
            </p:nvSpPr>
            <p:spPr>
              <a:xfrm flipH="1">
                <a:off x="3308872" y="1837574"/>
                <a:ext cx="69009" cy="22500"/>
              </a:xfrm>
              <a:custGeom>
                <a:rect b="b" l="l" r="r" t="t"/>
                <a:pathLst>
                  <a:path extrusionOk="0" h="298" w="914">
                    <a:moveTo>
                      <a:pt x="0" y="1"/>
                    </a:moveTo>
                    <a:lnTo>
                      <a:pt x="0" y="297"/>
                    </a:lnTo>
                    <a:lnTo>
                      <a:pt x="914" y="297"/>
                    </a:lnTo>
                    <a:lnTo>
                      <a:pt x="91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41"/>
              <p:cNvSpPr/>
              <p:nvPr/>
            </p:nvSpPr>
            <p:spPr>
              <a:xfrm flipH="1">
                <a:off x="3181726" y="1897597"/>
                <a:ext cx="196155" cy="22424"/>
              </a:xfrm>
              <a:custGeom>
                <a:rect b="b" l="l" r="r" t="t"/>
                <a:pathLst>
                  <a:path extrusionOk="0" h="297" w="2598">
                    <a:moveTo>
                      <a:pt x="0" y="0"/>
                    </a:moveTo>
                    <a:lnTo>
                      <a:pt x="0" y="297"/>
                    </a:lnTo>
                    <a:lnTo>
                      <a:pt x="2598" y="297"/>
                    </a:lnTo>
                    <a:lnTo>
                      <a:pt x="259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41"/>
              <p:cNvSpPr/>
              <p:nvPr/>
            </p:nvSpPr>
            <p:spPr>
              <a:xfrm flipH="1">
                <a:off x="3254284" y="1956713"/>
                <a:ext cx="123598" cy="22424"/>
              </a:xfrm>
              <a:custGeom>
                <a:rect b="b" l="l" r="r" t="t"/>
                <a:pathLst>
                  <a:path extrusionOk="0" h="297" w="1637">
                    <a:moveTo>
                      <a:pt x="0" y="0"/>
                    </a:moveTo>
                    <a:lnTo>
                      <a:pt x="0" y="297"/>
                    </a:lnTo>
                    <a:lnTo>
                      <a:pt x="1637" y="297"/>
                    </a:lnTo>
                    <a:lnTo>
                      <a:pt x="163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41"/>
              <p:cNvSpPr/>
              <p:nvPr/>
            </p:nvSpPr>
            <p:spPr>
              <a:xfrm flipH="1">
                <a:off x="4696793" y="1906506"/>
                <a:ext cx="248101" cy="15327"/>
              </a:xfrm>
              <a:custGeom>
                <a:rect b="b" l="l" r="r" t="t"/>
                <a:pathLst>
                  <a:path extrusionOk="0" h="203" w="3286">
                    <a:moveTo>
                      <a:pt x="1" y="1"/>
                    </a:moveTo>
                    <a:lnTo>
                      <a:pt x="1" y="203"/>
                    </a:lnTo>
                    <a:lnTo>
                      <a:pt x="3286" y="203"/>
                    </a:lnTo>
                    <a:lnTo>
                      <a:pt x="328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41"/>
              <p:cNvSpPr/>
              <p:nvPr/>
            </p:nvSpPr>
            <p:spPr>
              <a:xfrm flipH="1">
                <a:off x="4646660" y="1947729"/>
                <a:ext cx="298235" cy="15327"/>
              </a:xfrm>
              <a:custGeom>
                <a:rect b="b" l="l" r="r" t="t"/>
                <a:pathLst>
                  <a:path extrusionOk="0" h="203" w="3950">
                    <a:moveTo>
                      <a:pt x="1" y="1"/>
                    </a:moveTo>
                    <a:lnTo>
                      <a:pt x="1" y="202"/>
                    </a:lnTo>
                    <a:lnTo>
                      <a:pt x="3950" y="202"/>
                    </a:lnTo>
                    <a:lnTo>
                      <a:pt x="395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41"/>
              <p:cNvSpPr/>
              <p:nvPr/>
            </p:nvSpPr>
            <p:spPr>
              <a:xfrm flipH="1">
                <a:off x="4646663" y="1988046"/>
                <a:ext cx="184528" cy="15252"/>
              </a:xfrm>
              <a:custGeom>
                <a:rect b="b" l="l" r="r" t="t"/>
                <a:pathLst>
                  <a:path extrusionOk="0" h="202" w="2444">
                    <a:moveTo>
                      <a:pt x="1" y="0"/>
                    </a:moveTo>
                    <a:lnTo>
                      <a:pt x="1" y="202"/>
                    </a:lnTo>
                    <a:lnTo>
                      <a:pt x="2444" y="202"/>
                    </a:lnTo>
                    <a:lnTo>
                      <a:pt x="244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41"/>
              <p:cNvSpPr/>
              <p:nvPr/>
            </p:nvSpPr>
            <p:spPr>
              <a:xfrm flipH="1">
                <a:off x="4857916" y="1988046"/>
                <a:ext cx="86979" cy="15252"/>
              </a:xfrm>
              <a:custGeom>
                <a:rect b="b" l="l" r="r" t="t"/>
                <a:pathLst>
                  <a:path extrusionOk="0" h="202" w="1152">
                    <a:moveTo>
                      <a:pt x="1" y="0"/>
                    </a:moveTo>
                    <a:lnTo>
                      <a:pt x="1" y="202"/>
                    </a:lnTo>
                    <a:lnTo>
                      <a:pt x="1151" y="202"/>
                    </a:lnTo>
                    <a:lnTo>
                      <a:pt x="11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41"/>
              <p:cNvSpPr/>
              <p:nvPr/>
            </p:nvSpPr>
            <p:spPr>
              <a:xfrm flipH="1">
                <a:off x="4646660" y="2028287"/>
                <a:ext cx="298235" cy="15327"/>
              </a:xfrm>
              <a:custGeom>
                <a:rect b="b" l="l" r="r" t="t"/>
                <a:pathLst>
                  <a:path extrusionOk="0" h="203" w="3950">
                    <a:moveTo>
                      <a:pt x="1" y="1"/>
                    </a:moveTo>
                    <a:lnTo>
                      <a:pt x="1" y="203"/>
                    </a:lnTo>
                    <a:lnTo>
                      <a:pt x="3950" y="203"/>
                    </a:lnTo>
                    <a:lnTo>
                      <a:pt x="395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41"/>
              <p:cNvSpPr/>
              <p:nvPr/>
            </p:nvSpPr>
            <p:spPr>
              <a:xfrm flipH="1">
                <a:off x="4646660" y="2069510"/>
                <a:ext cx="298235" cy="15327"/>
              </a:xfrm>
              <a:custGeom>
                <a:rect b="b" l="l" r="r" t="t"/>
                <a:pathLst>
                  <a:path extrusionOk="0" h="203" w="3950">
                    <a:moveTo>
                      <a:pt x="1" y="0"/>
                    </a:moveTo>
                    <a:lnTo>
                      <a:pt x="1" y="202"/>
                    </a:lnTo>
                    <a:lnTo>
                      <a:pt x="3950" y="202"/>
                    </a:lnTo>
                    <a:lnTo>
                      <a:pt x="395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41"/>
              <p:cNvSpPr/>
              <p:nvPr/>
            </p:nvSpPr>
            <p:spPr>
              <a:xfrm flipH="1">
                <a:off x="4939458" y="1072004"/>
                <a:ext cx="11703" cy="729883"/>
              </a:xfrm>
              <a:custGeom>
                <a:rect b="b" l="l" r="r" t="t"/>
                <a:pathLst>
                  <a:path extrusionOk="0" h="9667" w="155">
                    <a:moveTo>
                      <a:pt x="1" y="1"/>
                    </a:moveTo>
                    <a:lnTo>
                      <a:pt x="1" y="9666"/>
                    </a:lnTo>
                    <a:lnTo>
                      <a:pt x="155" y="9666"/>
                    </a:lnTo>
                    <a:lnTo>
                      <a:pt x="155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41"/>
              <p:cNvSpPr/>
              <p:nvPr/>
            </p:nvSpPr>
            <p:spPr>
              <a:xfrm flipH="1">
                <a:off x="4731681" y="1072004"/>
                <a:ext cx="11703" cy="729883"/>
              </a:xfrm>
              <a:custGeom>
                <a:rect b="b" l="l" r="r" t="t"/>
                <a:pathLst>
                  <a:path extrusionOk="0" h="9667" w="155">
                    <a:moveTo>
                      <a:pt x="0" y="1"/>
                    </a:moveTo>
                    <a:lnTo>
                      <a:pt x="0" y="9666"/>
                    </a:lnTo>
                    <a:lnTo>
                      <a:pt x="154" y="9666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41"/>
              <p:cNvSpPr/>
              <p:nvPr/>
            </p:nvSpPr>
            <p:spPr>
              <a:xfrm flipH="1">
                <a:off x="4524885" y="1072004"/>
                <a:ext cx="10797" cy="729883"/>
              </a:xfrm>
              <a:custGeom>
                <a:rect b="b" l="l" r="r" t="t"/>
                <a:pathLst>
                  <a:path extrusionOk="0" h="9667" w="143">
                    <a:moveTo>
                      <a:pt x="1" y="1"/>
                    </a:moveTo>
                    <a:lnTo>
                      <a:pt x="1" y="9666"/>
                    </a:lnTo>
                    <a:lnTo>
                      <a:pt x="143" y="9666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41"/>
              <p:cNvSpPr/>
              <p:nvPr/>
            </p:nvSpPr>
            <p:spPr>
              <a:xfrm flipH="1">
                <a:off x="4317107" y="1072004"/>
                <a:ext cx="10797" cy="729883"/>
              </a:xfrm>
              <a:custGeom>
                <a:rect b="b" l="l" r="r" t="t"/>
                <a:pathLst>
                  <a:path extrusionOk="0" h="9667" w="143">
                    <a:moveTo>
                      <a:pt x="0" y="1"/>
                    </a:moveTo>
                    <a:lnTo>
                      <a:pt x="0" y="9666"/>
                    </a:lnTo>
                    <a:lnTo>
                      <a:pt x="142" y="9666"/>
                    </a:lnTo>
                    <a:lnTo>
                      <a:pt x="142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41"/>
              <p:cNvSpPr/>
              <p:nvPr/>
            </p:nvSpPr>
            <p:spPr>
              <a:xfrm flipH="1">
                <a:off x="4109405" y="1072004"/>
                <a:ext cx="11703" cy="729883"/>
              </a:xfrm>
              <a:custGeom>
                <a:rect b="b" l="l" r="r" t="t"/>
                <a:pathLst>
                  <a:path extrusionOk="0" h="9667" w="155">
                    <a:moveTo>
                      <a:pt x="1" y="1"/>
                    </a:moveTo>
                    <a:lnTo>
                      <a:pt x="1" y="9666"/>
                    </a:lnTo>
                    <a:lnTo>
                      <a:pt x="155" y="9666"/>
                    </a:lnTo>
                    <a:lnTo>
                      <a:pt x="155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41"/>
              <p:cNvSpPr/>
              <p:nvPr/>
            </p:nvSpPr>
            <p:spPr>
              <a:xfrm flipH="1">
                <a:off x="3901628" y="1072004"/>
                <a:ext cx="11703" cy="729883"/>
              </a:xfrm>
              <a:custGeom>
                <a:rect b="b" l="l" r="r" t="t"/>
                <a:pathLst>
                  <a:path extrusionOk="0" h="9667" w="155">
                    <a:moveTo>
                      <a:pt x="0" y="1"/>
                    </a:moveTo>
                    <a:lnTo>
                      <a:pt x="0" y="9666"/>
                    </a:lnTo>
                    <a:lnTo>
                      <a:pt x="154" y="9666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41"/>
              <p:cNvSpPr/>
              <p:nvPr/>
            </p:nvSpPr>
            <p:spPr>
              <a:xfrm flipH="1">
                <a:off x="4911673" y="1362151"/>
                <a:ext cx="67273" cy="439727"/>
              </a:xfrm>
              <a:custGeom>
                <a:rect b="b" l="l" r="r" t="t"/>
                <a:pathLst>
                  <a:path extrusionOk="0" h="5824" w="891">
                    <a:moveTo>
                      <a:pt x="1" y="0"/>
                    </a:moveTo>
                    <a:lnTo>
                      <a:pt x="1" y="5823"/>
                    </a:lnTo>
                    <a:lnTo>
                      <a:pt x="890" y="5823"/>
                    </a:lnTo>
                    <a:lnTo>
                      <a:pt x="89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41"/>
              <p:cNvSpPr/>
              <p:nvPr/>
            </p:nvSpPr>
            <p:spPr>
              <a:xfrm flipH="1">
                <a:off x="4702159" y="1512547"/>
                <a:ext cx="67197" cy="289326"/>
              </a:xfrm>
              <a:custGeom>
                <a:rect b="b" l="l" r="r" t="t"/>
                <a:pathLst>
                  <a:path extrusionOk="0" h="3832" w="890">
                    <a:moveTo>
                      <a:pt x="0" y="1"/>
                    </a:moveTo>
                    <a:lnTo>
                      <a:pt x="0" y="3831"/>
                    </a:lnTo>
                    <a:lnTo>
                      <a:pt x="890" y="3831"/>
                    </a:lnTo>
                    <a:lnTo>
                      <a:pt x="89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41"/>
              <p:cNvSpPr/>
              <p:nvPr/>
            </p:nvSpPr>
            <p:spPr>
              <a:xfrm flipH="1">
                <a:off x="4496193" y="1386311"/>
                <a:ext cx="67273" cy="415566"/>
              </a:xfrm>
              <a:custGeom>
                <a:rect b="b" l="l" r="r" t="t"/>
                <a:pathLst>
                  <a:path extrusionOk="0" h="5504" w="891">
                    <a:moveTo>
                      <a:pt x="1" y="0"/>
                    </a:moveTo>
                    <a:lnTo>
                      <a:pt x="1" y="5503"/>
                    </a:lnTo>
                    <a:lnTo>
                      <a:pt x="890" y="5503"/>
                    </a:lnTo>
                    <a:lnTo>
                      <a:pt x="89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41"/>
              <p:cNvSpPr/>
              <p:nvPr/>
            </p:nvSpPr>
            <p:spPr>
              <a:xfrm flipH="1">
                <a:off x="4288491" y="1227836"/>
                <a:ext cx="68103" cy="574046"/>
              </a:xfrm>
              <a:custGeom>
                <a:rect b="b" l="l" r="r" t="t"/>
                <a:pathLst>
                  <a:path extrusionOk="0" h="7603" w="902">
                    <a:moveTo>
                      <a:pt x="1" y="0"/>
                    </a:moveTo>
                    <a:lnTo>
                      <a:pt x="1" y="7602"/>
                    </a:lnTo>
                    <a:lnTo>
                      <a:pt x="902" y="7602"/>
                    </a:lnTo>
                    <a:lnTo>
                      <a:pt x="90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41"/>
              <p:cNvSpPr/>
              <p:nvPr/>
            </p:nvSpPr>
            <p:spPr>
              <a:xfrm flipH="1">
                <a:off x="4081620" y="1470493"/>
                <a:ext cx="67197" cy="331380"/>
              </a:xfrm>
              <a:custGeom>
                <a:rect b="b" l="l" r="r" t="t"/>
                <a:pathLst>
                  <a:path extrusionOk="0" h="4389" w="890">
                    <a:moveTo>
                      <a:pt x="0" y="0"/>
                    </a:moveTo>
                    <a:lnTo>
                      <a:pt x="0" y="4388"/>
                    </a:lnTo>
                    <a:lnTo>
                      <a:pt x="890" y="4388"/>
                    </a:lnTo>
                    <a:lnTo>
                      <a:pt x="89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41"/>
              <p:cNvSpPr/>
              <p:nvPr/>
            </p:nvSpPr>
            <p:spPr>
              <a:xfrm flipH="1">
                <a:off x="3866715" y="1816132"/>
                <a:ext cx="1220573" cy="8985"/>
              </a:xfrm>
              <a:custGeom>
                <a:rect b="b" l="l" r="r" t="t"/>
                <a:pathLst>
                  <a:path extrusionOk="0" h="119" w="16166">
                    <a:moveTo>
                      <a:pt x="1" y="0"/>
                    </a:moveTo>
                    <a:lnTo>
                      <a:pt x="1" y="119"/>
                    </a:lnTo>
                    <a:lnTo>
                      <a:pt x="16166" y="119"/>
                    </a:lnTo>
                    <a:lnTo>
                      <a:pt x="16166" y="0"/>
                    </a:ln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41"/>
              <p:cNvSpPr/>
              <p:nvPr/>
            </p:nvSpPr>
            <p:spPr>
              <a:xfrm flipH="1">
                <a:off x="3836241" y="1107867"/>
                <a:ext cx="142473" cy="694019"/>
              </a:xfrm>
              <a:custGeom>
                <a:rect b="b" l="l" r="r" t="t"/>
                <a:pathLst>
                  <a:path extrusionOk="0" h="9192" w="1887">
                    <a:moveTo>
                      <a:pt x="937" y="0"/>
                    </a:moveTo>
                    <a:lnTo>
                      <a:pt x="0" y="1637"/>
                    </a:lnTo>
                    <a:lnTo>
                      <a:pt x="498" y="1637"/>
                    </a:lnTo>
                    <a:lnTo>
                      <a:pt x="498" y="9191"/>
                    </a:lnTo>
                    <a:lnTo>
                      <a:pt x="1388" y="9191"/>
                    </a:lnTo>
                    <a:lnTo>
                      <a:pt x="1388" y="1637"/>
                    </a:lnTo>
                    <a:lnTo>
                      <a:pt x="1886" y="1637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41"/>
              <p:cNvSpPr/>
              <p:nvPr/>
            </p:nvSpPr>
            <p:spPr>
              <a:xfrm flipH="1">
                <a:off x="5000310" y="1757922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0"/>
                    </a:moveTo>
                    <a:cubicBezTo>
                      <a:pt x="48" y="0"/>
                      <a:pt x="1" y="48"/>
                      <a:pt x="1" y="107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07"/>
                    </a:cubicBezTo>
                    <a:cubicBezTo>
                      <a:pt x="1151" y="48"/>
                      <a:pt x="1104" y="0"/>
                      <a:pt x="1045" y="0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41"/>
              <p:cNvSpPr/>
              <p:nvPr/>
            </p:nvSpPr>
            <p:spPr>
              <a:xfrm flipH="1">
                <a:off x="5000310" y="1636140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0"/>
                    </a:moveTo>
                    <a:cubicBezTo>
                      <a:pt x="48" y="0"/>
                      <a:pt x="1" y="48"/>
                      <a:pt x="1" y="107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07"/>
                    </a:cubicBezTo>
                    <a:cubicBezTo>
                      <a:pt x="1151" y="48"/>
                      <a:pt x="1104" y="0"/>
                      <a:pt x="1045" y="0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41"/>
              <p:cNvSpPr/>
              <p:nvPr/>
            </p:nvSpPr>
            <p:spPr>
              <a:xfrm flipH="1">
                <a:off x="5000310" y="1514359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0"/>
                    </a:moveTo>
                    <a:cubicBezTo>
                      <a:pt x="48" y="0"/>
                      <a:pt x="1" y="48"/>
                      <a:pt x="1" y="119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19"/>
                    </a:cubicBezTo>
                    <a:cubicBezTo>
                      <a:pt x="1151" y="48"/>
                      <a:pt x="1104" y="0"/>
                      <a:pt x="1045" y="0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41"/>
              <p:cNvSpPr/>
              <p:nvPr/>
            </p:nvSpPr>
            <p:spPr>
              <a:xfrm flipH="1">
                <a:off x="5000310" y="1392577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1"/>
                    </a:moveTo>
                    <a:cubicBezTo>
                      <a:pt x="48" y="1"/>
                      <a:pt x="1" y="60"/>
                      <a:pt x="1" y="119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19"/>
                    </a:cubicBezTo>
                    <a:cubicBezTo>
                      <a:pt x="1151" y="60"/>
                      <a:pt x="1104" y="1"/>
                      <a:pt x="1045" y="1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41"/>
              <p:cNvSpPr/>
              <p:nvPr/>
            </p:nvSpPr>
            <p:spPr>
              <a:xfrm flipH="1">
                <a:off x="5000310" y="1271702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0"/>
                    </a:moveTo>
                    <a:cubicBezTo>
                      <a:pt x="48" y="0"/>
                      <a:pt x="1" y="48"/>
                      <a:pt x="1" y="107"/>
                    </a:cubicBezTo>
                    <a:cubicBezTo>
                      <a:pt x="1" y="166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66"/>
                      <a:pt x="1151" y="107"/>
                    </a:cubicBezTo>
                    <a:cubicBezTo>
                      <a:pt x="1151" y="48"/>
                      <a:pt x="1104" y="0"/>
                      <a:pt x="1045" y="0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41"/>
              <p:cNvSpPr/>
              <p:nvPr/>
            </p:nvSpPr>
            <p:spPr>
              <a:xfrm flipH="1">
                <a:off x="5000310" y="1149920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1"/>
                    </a:moveTo>
                    <a:cubicBezTo>
                      <a:pt x="48" y="1"/>
                      <a:pt x="1" y="48"/>
                      <a:pt x="1" y="107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07"/>
                    </a:cubicBezTo>
                    <a:cubicBezTo>
                      <a:pt x="1151" y="48"/>
                      <a:pt x="1104" y="1"/>
                      <a:pt x="1045" y="1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41"/>
              <p:cNvSpPr/>
              <p:nvPr/>
            </p:nvSpPr>
            <p:spPr>
              <a:xfrm flipH="1">
                <a:off x="5000310" y="1028139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1"/>
                    </a:moveTo>
                    <a:cubicBezTo>
                      <a:pt x="48" y="1"/>
                      <a:pt x="1" y="48"/>
                      <a:pt x="1" y="119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19"/>
                    </a:cubicBezTo>
                    <a:cubicBezTo>
                      <a:pt x="1151" y="48"/>
                      <a:pt x="1104" y="1"/>
                      <a:pt x="1045" y="1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41"/>
              <p:cNvSpPr/>
              <p:nvPr/>
            </p:nvSpPr>
            <p:spPr>
              <a:xfrm flipH="1">
                <a:off x="3833602" y="1900239"/>
                <a:ext cx="1888" cy="9060"/>
              </a:xfrm>
              <a:custGeom>
                <a:rect b="b" l="l" r="r" t="t"/>
                <a:pathLst>
                  <a:path extrusionOk="0" h="120" w="25">
                    <a:moveTo>
                      <a:pt x="25" y="1"/>
                    </a:moveTo>
                    <a:lnTo>
                      <a:pt x="1" y="120"/>
                    </a:lnTo>
                    <a:cubicBezTo>
                      <a:pt x="13" y="72"/>
                      <a:pt x="25" y="37"/>
                      <a:pt x="2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2" name="Google Shape;372;p41"/>
            <p:cNvSpPr/>
            <p:nvPr/>
          </p:nvSpPr>
          <p:spPr>
            <a:xfrm flipH="1">
              <a:off x="-3721620" y="3392388"/>
              <a:ext cx="2021264" cy="274051"/>
            </a:xfrm>
            <a:custGeom>
              <a:rect b="b" l="l" r="r" t="t"/>
              <a:pathLst>
                <a:path extrusionOk="0" h="1958" w="11719">
                  <a:moveTo>
                    <a:pt x="5859" y="1"/>
                  </a:moveTo>
                  <a:cubicBezTo>
                    <a:pt x="2622" y="1"/>
                    <a:pt x="1" y="439"/>
                    <a:pt x="1" y="973"/>
                  </a:cubicBezTo>
                  <a:cubicBezTo>
                    <a:pt x="1" y="1519"/>
                    <a:pt x="2622" y="1957"/>
                    <a:pt x="5859" y="1957"/>
                  </a:cubicBezTo>
                  <a:cubicBezTo>
                    <a:pt x="9097" y="1957"/>
                    <a:pt x="11718" y="1519"/>
                    <a:pt x="11718" y="973"/>
                  </a:cubicBezTo>
                  <a:cubicBezTo>
                    <a:pt x="11718" y="439"/>
                    <a:pt x="9097" y="1"/>
                    <a:pt x="58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41"/>
            <p:cNvSpPr/>
            <p:nvPr/>
          </p:nvSpPr>
          <p:spPr>
            <a:xfrm>
              <a:off x="-3449096" y="1513692"/>
              <a:ext cx="204850" cy="216580"/>
            </a:xfrm>
            <a:custGeom>
              <a:rect b="b" l="l" r="r" t="t"/>
              <a:pathLst>
                <a:path extrusionOk="0" h="2384" w="2255">
                  <a:moveTo>
                    <a:pt x="2171" y="0"/>
                  </a:moveTo>
                  <a:cubicBezTo>
                    <a:pt x="1837" y="46"/>
                    <a:pt x="1502" y="67"/>
                    <a:pt x="1164" y="67"/>
                  </a:cubicBezTo>
                  <a:cubicBezTo>
                    <a:pt x="975" y="67"/>
                    <a:pt x="785" y="60"/>
                    <a:pt x="594" y="48"/>
                  </a:cubicBezTo>
                  <a:cubicBezTo>
                    <a:pt x="582" y="735"/>
                    <a:pt x="345" y="1483"/>
                    <a:pt x="1" y="2076"/>
                  </a:cubicBezTo>
                  <a:cubicBezTo>
                    <a:pt x="748" y="2147"/>
                    <a:pt x="1531" y="2206"/>
                    <a:pt x="2254" y="2384"/>
                  </a:cubicBezTo>
                  <a:cubicBezTo>
                    <a:pt x="2230" y="1589"/>
                    <a:pt x="2207" y="795"/>
                    <a:pt x="2171" y="0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41"/>
            <p:cNvSpPr/>
            <p:nvPr/>
          </p:nvSpPr>
          <p:spPr>
            <a:xfrm>
              <a:off x="-3394135" y="1307101"/>
              <a:ext cx="274799" cy="349399"/>
            </a:xfrm>
            <a:custGeom>
              <a:rect b="b" l="l" r="r" t="t"/>
              <a:pathLst>
                <a:path extrusionOk="0" h="3846" w="3025">
                  <a:moveTo>
                    <a:pt x="1433" y="0"/>
                  </a:moveTo>
                  <a:cubicBezTo>
                    <a:pt x="1279" y="0"/>
                    <a:pt x="1127" y="21"/>
                    <a:pt x="985" y="80"/>
                  </a:cubicBezTo>
                  <a:cubicBezTo>
                    <a:pt x="783" y="163"/>
                    <a:pt x="617" y="317"/>
                    <a:pt x="487" y="507"/>
                  </a:cubicBezTo>
                  <a:cubicBezTo>
                    <a:pt x="368" y="685"/>
                    <a:pt x="273" y="887"/>
                    <a:pt x="214" y="1100"/>
                  </a:cubicBezTo>
                  <a:cubicBezTo>
                    <a:pt x="95" y="1480"/>
                    <a:pt x="24" y="1871"/>
                    <a:pt x="12" y="2274"/>
                  </a:cubicBezTo>
                  <a:cubicBezTo>
                    <a:pt x="1" y="2594"/>
                    <a:pt x="36" y="2938"/>
                    <a:pt x="238" y="3199"/>
                  </a:cubicBezTo>
                  <a:cubicBezTo>
                    <a:pt x="451" y="3484"/>
                    <a:pt x="819" y="3602"/>
                    <a:pt x="1163" y="3685"/>
                  </a:cubicBezTo>
                  <a:cubicBezTo>
                    <a:pt x="1412" y="3745"/>
                    <a:pt x="1673" y="3792"/>
                    <a:pt x="1934" y="3828"/>
                  </a:cubicBezTo>
                  <a:cubicBezTo>
                    <a:pt x="1982" y="3838"/>
                    <a:pt x="2033" y="3845"/>
                    <a:pt x="2083" y="3845"/>
                  </a:cubicBezTo>
                  <a:cubicBezTo>
                    <a:pt x="2153" y="3845"/>
                    <a:pt x="2222" y="3829"/>
                    <a:pt x="2278" y="3780"/>
                  </a:cubicBezTo>
                  <a:cubicBezTo>
                    <a:pt x="2349" y="3733"/>
                    <a:pt x="2373" y="3650"/>
                    <a:pt x="2408" y="3579"/>
                  </a:cubicBezTo>
                  <a:cubicBezTo>
                    <a:pt x="2515" y="3294"/>
                    <a:pt x="2622" y="3021"/>
                    <a:pt x="2717" y="2737"/>
                  </a:cubicBezTo>
                  <a:cubicBezTo>
                    <a:pt x="2811" y="2511"/>
                    <a:pt x="2894" y="2286"/>
                    <a:pt x="2859" y="2049"/>
                  </a:cubicBezTo>
                  <a:cubicBezTo>
                    <a:pt x="2835" y="1930"/>
                    <a:pt x="2788" y="1824"/>
                    <a:pt x="2811" y="1705"/>
                  </a:cubicBezTo>
                  <a:cubicBezTo>
                    <a:pt x="2823" y="1622"/>
                    <a:pt x="2871" y="1539"/>
                    <a:pt x="2906" y="1456"/>
                  </a:cubicBezTo>
                  <a:cubicBezTo>
                    <a:pt x="3025" y="1219"/>
                    <a:pt x="2989" y="934"/>
                    <a:pt x="2954" y="661"/>
                  </a:cubicBezTo>
                  <a:lnTo>
                    <a:pt x="2800" y="495"/>
                  </a:lnTo>
                  <a:cubicBezTo>
                    <a:pt x="2717" y="341"/>
                    <a:pt x="2562" y="234"/>
                    <a:pt x="2408" y="163"/>
                  </a:cubicBezTo>
                  <a:cubicBezTo>
                    <a:pt x="2242" y="92"/>
                    <a:pt x="2064" y="68"/>
                    <a:pt x="1898" y="45"/>
                  </a:cubicBezTo>
                  <a:cubicBezTo>
                    <a:pt x="1744" y="21"/>
                    <a:pt x="1587" y="0"/>
                    <a:pt x="1433" y="0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41"/>
            <p:cNvSpPr/>
            <p:nvPr/>
          </p:nvSpPr>
          <p:spPr>
            <a:xfrm>
              <a:off x="-3404855" y="1360066"/>
              <a:ext cx="276888" cy="250648"/>
            </a:xfrm>
            <a:custGeom>
              <a:rect b="b" l="l" r="r" t="t"/>
              <a:pathLst>
                <a:path extrusionOk="0" h="2759" w="3048">
                  <a:moveTo>
                    <a:pt x="2726" y="1"/>
                  </a:moveTo>
                  <a:cubicBezTo>
                    <a:pt x="2382" y="1"/>
                    <a:pt x="2035" y="135"/>
                    <a:pt x="1755" y="351"/>
                  </a:cubicBezTo>
                  <a:cubicBezTo>
                    <a:pt x="1388" y="624"/>
                    <a:pt x="1127" y="1003"/>
                    <a:pt x="913" y="1418"/>
                  </a:cubicBezTo>
                  <a:cubicBezTo>
                    <a:pt x="700" y="1822"/>
                    <a:pt x="225" y="2355"/>
                    <a:pt x="0" y="2759"/>
                  </a:cubicBezTo>
                  <a:cubicBezTo>
                    <a:pt x="866" y="2628"/>
                    <a:pt x="1755" y="2320"/>
                    <a:pt x="2111" y="1691"/>
                  </a:cubicBezTo>
                  <a:cubicBezTo>
                    <a:pt x="2230" y="1466"/>
                    <a:pt x="2313" y="1217"/>
                    <a:pt x="2455" y="1003"/>
                  </a:cubicBezTo>
                  <a:cubicBezTo>
                    <a:pt x="2562" y="849"/>
                    <a:pt x="2692" y="707"/>
                    <a:pt x="2811" y="553"/>
                  </a:cubicBezTo>
                  <a:cubicBezTo>
                    <a:pt x="2929" y="410"/>
                    <a:pt x="3024" y="232"/>
                    <a:pt x="3048" y="43"/>
                  </a:cubicBezTo>
                  <a:cubicBezTo>
                    <a:pt x="2942" y="14"/>
                    <a:pt x="2834" y="1"/>
                    <a:pt x="2726" y="1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41"/>
            <p:cNvSpPr/>
            <p:nvPr/>
          </p:nvSpPr>
          <p:spPr>
            <a:xfrm>
              <a:off x="-3457726" y="1237874"/>
              <a:ext cx="398799" cy="376109"/>
            </a:xfrm>
            <a:custGeom>
              <a:rect b="b" l="l" r="r" t="t"/>
              <a:pathLst>
                <a:path extrusionOk="0" h="4140" w="4390">
                  <a:moveTo>
                    <a:pt x="3464" y="0"/>
                  </a:moveTo>
                  <a:cubicBezTo>
                    <a:pt x="3357" y="225"/>
                    <a:pt x="3132" y="391"/>
                    <a:pt x="2883" y="427"/>
                  </a:cubicBezTo>
                  <a:lnTo>
                    <a:pt x="2859" y="427"/>
                  </a:lnTo>
                  <a:cubicBezTo>
                    <a:pt x="2835" y="427"/>
                    <a:pt x="2824" y="415"/>
                    <a:pt x="2800" y="415"/>
                  </a:cubicBezTo>
                  <a:cubicBezTo>
                    <a:pt x="2871" y="344"/>
                    <a:pt x="2918" y="249"/>
                    <a:pt x="2918" y="154"/>
                  </a:cubicBezTo>
                  <a:lnTo>
                    <a:pt x="2918" y="154"/>
                  </a:lnTo>
                  <a:cubicBezTo>
                    <a:pt x="2812" y="237"/>
                    <a:pt x="2681" y="297"/>
                    <a:pt x="2551" y="297"/>
                  </a:cubicBezTo>
                  <a:cubicBezTo>
                    <a:pt x="2610" y="249"/>
                    <a:pt x="2646" y="190"/>
                    <a:pt x="2669" y="107"/>
                  </a:cubicBezTo>
                  <a:lnTo>
                    <a:pt x="2669" y="107"/>
                  </a:lnTo>
                  <a:cubicBezTo>
                    <a:pt x="2527" y="190"/>
                    <a:pt x="2361" y="249"/>
                    <a:pt x="2195" y="261"/>
                  </a:cubicBezTo>
                  <a:cubicBezTo>
                    <a:pt x="2069" y="232"/>
                    <a:pt x="1941" y="223"/>
                    <a:pt x="1812" y="223"/>
                  </a:cubicBezTo>
                  <a:cubicBezTo>
                    <a:pt x="1625" y="223"/>
                    <a:pt x="1436" y="242"/>
                    <a:pt x="1246" y="249"/>
                  </a:cubicBezTo>
                  <a:cubicBezTo>
                    <a:pt x="1068" y="261"/>
                    <a:pt x="867" y="273"/>
                    <a:pt x="724" y="391"/>
                  </a:cubicBezTo>
                  <a:cubicBezTo>
                    <a:pt x="618" y="463"/>
                    <a:pt x="546" y="569"/>
                    <a:pt x="475" y="688"/>
                  </a:cubicBezTo>
                  <a:cubicBezTo>
                    <a:pt x="262" y="1056"/>
                    <a:pt x="119" y="1471"/>
                    <a:pt x="48" y="1910"/>
                  </a:cubicBezTo>
                  <a:cubicBezTo>
                    <a:pt x="1" y="2147"/>
                    <a:pt x="119" y="2443"/>
                    <a:pt x="179" y="2680"/>
                  </a:cubicBezTo>
                  <a:cubicBezTo>
                    <a:pt x="309" y="3214"/>
                    <a:pt x="452" y="3594"/>
                    <a:pt x="570" y="4139"/>
                  </a:cubicBezTo>
                  <a:cubicBezTo>
                    <a:pt x="1080" y="3688"/>
                    <a:pt x="1910" y="3700"/>
                    <a:pt x="2349" y="3297"/>
                  </a:cubicBezTo>
                  <a:cubicBezTo>
                    <a:pt x="2657" y="3024"/>
                    <a:pt x="2812" y="2621"/>
                    <a:pt x="2907" y="2194"/>
                  </a:cubicBezTo>
                  <a:cubicBezTo>
                    <a:pt x="2966" y="1993"/>
                    <a:pt x="3132" y="1838"/>
                    <a:pt x="3345" y="1803"/>
                  </a:cubicBezTo>
                  <a:cubicBezTo>
                    <a:pt x="3500" y="1767"/>
                    <a:pt x="3654" y="1684"/>
                    <a:pt x="3760" y="1566"/>
                  </a:cubicBezTo>
                  <a:cubicBezTo>
                    <a:pt x="3760" y="1554"/>
                    <a:pt x="3760" y="1554"/>
                    <a:pt x="3760" y="1554"/>
                  </a:cubicBezTo>
                  <a:cubicBezTo>
                    <a:pt x="4081" y="1400"/>
                    <a:pt x="4330" y="1115"/>
                    <a:pt x="4389" y="771"/>
                  </a:cubicBezTo>
                  <a:lnTo>
                    <a:pt x="4389" y="771"/>
                  </a:lnTo>
                  <a:cubicBezTo>
                    <a:pt x="4318" y="890"/>
                    <a:pt x="4199" y="984"/>
                    <a:pt x="4057" y="1020"/>
                  </a:cubicBezTo>
                  <a:cubicBezTo>
                    <a:pt x="4282" y="866"/>
                    <a:pt x="4377" y="558"/>
                    <a:pt x="4270" y="308"/>
                  </a:cubicBezTo>
                  <a:lnTo>
                    <a:pt x="4270" y="308"/>
                  </a:lnTo>
                  <a:cubicBezTo>
                    <a:pt x="4247" y="474"/>
                    <a:pt x="4081" y="605"/>
                    <a:pt x="3915" y="605"/>
                  </a:cubicBezTo>
                  <a:cubicBezTo>
                    <a:pt x="4021" y="581"/>
                    <a:pt x="4093" y="451"/>
                    <a:pt x="4057" y="344"/>
                  </a:cubicBezTo>
                  <a:lnTo>
                    <a:pt x="4057" y="344"/>
                  </a:lnTo>
                  <a:cubicBezTo>
                    <a:pt x="3974" y="463"/>
                    <a:pt x="3808" y="486"/>
                    <a:pt x="3689" y="486"/>
                  </a:cubicBezTo>
                  <a:cubicBezTo>
                    <a:pt x="3559" y="486"/>
                    <a:pt x="3428" y="474"/>
                    <a:pt x="3298" y="474"/>
                  </a:cubicBezTo>
                  <a:cubicBezTo>
                    <a:pt x="3417" y="344"/>
                    <a:pt x="3500" y="178"/>
                    <a:pt x="3464" y="0"/>
                  </a:cubicBezTo>
                  <a:close/>
                </a:path>
              </a:pathLst>
            </a:custGeom>
            <a:solidFill>
              <a:srgbClr val="684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41"/>
            <p:cNvSpPr/>
            <p:nvPr/>
          </p:nvSpPr>
          <p:spPr>
            <a:xfrm>
              <a:off x="-3417846" y="1415211"/>
              <a:ext cx="232829" cy="198774"/>
            </a:xfrm>
            <a:custGeom>
              <a:rect b="b" l="l" r="r" t="t"/>
              <a:pathLst>
                <a:path extrusionOk="0" h="2188" w="2563">
                  <a:moveTo>
                    <a:pt x="1517" y="1"/>
                  </a:moveTo>
                  <a:cubicBezTo>
                    <a:pt x="1446" y="1"/>
                    <a:pt x="1375" y="2"/>
                    <a:pt x="1305" y="5"/>
                  </a:cubicBezTo>
                  <a:cubicBezTo>
                    <a:pt x="926" y="17"/>
                    <a:pt x="546" y="76"/>
                    <a:pt x="238" y="278"/>
                  </a:cubicBezTo>
                  <a:cubicBezTo>
                    <a:pt x="190" y="396"/>
                    <a:pt x="167" y="515"/>
                    <a:pt x="155" y="622"/>
                  </a:cubicBezTo>
                  <a:cubicBezTo>
                    <a:pt x="226" y="610"/>
                    <a:pt x="309" y="598"/>
                    <a:pt x="380" y="598"/>
                  </a:cubicBezTo>
                  <a:cubicBezTo>
                    <a:pt x="467" y="598"/>
                    <a:pt x="559" y="603"/>
                    <a:pt x="650" y="603"/>
                  </a:cubicBezTo>
                  <a:cubicBezTo>
                    <a:pt x="695" y="603"/>
                    <a:pt x="740" y="602"/>
                    <a:pt x="783" y="598"/>
                  </a:cubicBezTo>
                  <a:cubicBezTo>
                    <a:pt x="1044" y="551"/>
                    <a:pt x="1270" y="373"/>
                    <a:pt x="1531" y="290"/>
                  </a:cubicBezTo>
                  <a:cubicBezTo>
                    <a:pt x="1680" y="240"/>
                    <a:pt x="1835" y="223"/>
                    <a:pt x="1993" y="223"/>
                  </a:cubicBezTo>
                  <a:cubicBezTo>
                    <a:pt x="2138" y="223"/>
                    <a:pt x="2285" y="237"/>
                    <a:pt x="2432" y="254"/>
                  </a:cubicBezTo>
                  <a:cubicBezTo>
                    <a:pt x="2373" y="301"/>
                    <a:pt x="2302" y="325"/>
                    <a:pt x="2218" y="325"/>
                  </a:cubicBezTo>
                  <a:cubicBezTo>
                    <a:pt x="2147" y="325"/>
                    <a:pt x="2076" y="313"/>
                    <a:pt x="1993" y="313"/>
                  </a:cubicBezTo>
                  <a:cubicBezTo>
                    <a:pt x="1971" y="311"/>
                    <a:pt x="1949" y="310"/>
                    <a:pt x="1928" y="310"/>
                  </a:cubicBezTo>
                  <a:cubicBezTo>
                    <a:pt x="1704" y="310"/>
                    <a:pt x="1498" y="416"/>
                    <a:pt x="1282" y="491"/>
                  </a:cubicBezTo>
                  <a:cubicBezTo>
                    <a:pt x="926" y="622"/>
                    <a:pt x="534" y="693"/>
                    <a:pt x="143" y="705"/>
                  </a:cubicBezTo>
                  <a:cubicBezTo>
                    <a:pt x="119" y="1001"/>
                    <a:pt x="143" y="1310"/>
                    <a:pt x="36" y="1582"/>
                  </a:cubicBezTo>
                  <a:cubicBezTo>
                    <a:pt x="24" y="1606"/>
                    <a:pt x="13" y="1630"/>
                    <a:pt x="1" y="1653"/>
                  </a:cubicBezTo>
                  <a:cubicBezTo>
                    <a:pt x="48" y="1819"/>
                    <a:pt x="96" y="1986"/>
                    <a:pt x="143" y="2187"/>
                  </a:cubicBezTo>
                  <a:cubicBezTo>
                    <a:pt x="641" y="1736"/>
                    <a:pt x="1471" y="1748"/>
                    <a:pt x="1922" y="1345"/>
                  </a:cubicBezTo>
                  <a:cubicBezTo>
                    <a:pt x="2218" y="1072"/>
                    <a:pt x="2373" y="669"/>
                    <a:pt x="2479" y="242"/>
                  </a:cubicBezTo>
                  <a:cubicBezTo>
                    <a:pt x="2491" y="171"/>
                    <a:pt x="2527" y="112"/>
                    <a:pt x="2562" y="52"/>
                  </a:cubicBezTo>
                  <a:lnTo>
                    <a:pt x="2562" y="52"/>
                  </a:lnTo>
                  <a:cubicBezTo>
                    <a:pt x="2539" y="64"/>
                    <a:pt x="2515" y="76"/>
                    <a:pt x="2479" y="76"/>
                  </a:cubicBezTo>
                  <a:cubicBezTo>
                    <a:pt x="2396" y="76"/>
                    <a:pt x="2302" y="64"/>
                    <a:pt x="2218" y="52"/>
                  </a:cubicBezTo>
                  <a:cubicBezTo>
                    <a:pt x="1983" y="16"/>
                    <a:pt x="1747" y="1"/>
                    <a:pt x="1517" y="1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41"/>
            <p:cNvSpPr/>
            <p:nvPr/>
          </p:nvSpPr>
          <p:spPr>
            <a:xfrm>
              <a:off x="-3393045" y="1377963"/>
              <a:ext cx="253269" cy="56053"/>
            </a:xfrm>
            <a:custGeom>
              <a:rect b="b" l="l" r="r" t="t"/>
              <a:pathLst>
                <a:path extrusionOk="0" h="617" w="2788">
                  <a:moveTo>
                    <a:pt x="1158" y="1"/>
                  </a:moveTo>
                  <a:cubicBezTo>
                    <a:pt x="740" y="1"/>
                    <a:pt x="354" y="122"/>
                    <a:pt x="36" y="545"/>
                  </a:cubicBezTo>
                  <a:cubicBezTo>
                    <a:pt x="24" y="569"/>
                    <a:pt x="12" y="593"/>
                    <a:pt x="0" y="617"/>
                  </a:cubicBezTo>
                  <a:cubicBezTo>
                    <a:pt x="167" y="474"/>
                    <a:pt x="380" y="391"/>
                    <a:pt x="605" y="356"/>
                  </a:cubicBezTo>
                  <a:cubicBezTo>
                    <a:pt x="724" y="337"/>
                    <a:pt x="846" y="329"/>
                    <a:pt x="969" y="329"/>
                  </a:cubicBezTo>
                  <a:cubicBezTo>
                    <a:pt x="1154" y="329"/>
                    <a:pt x="1341" y="346"/>
                    <a:pt x="1519" y="368"/>
                  </a:cubicBezTo>
                  <a:cubicBezTo>
                    <a:pt x="1699" y="383"/>
                    <a:pt x="1879" y="398"/>
                    <a:pt x="2059" y="398"/>
                  </a:cubicBezTo>
                  <a:cubicBezTo>
                    <a:pt x="2163" y="398"/>
                    <a:pt x="2268" y="392"/>
                    <a:pt x="2372" y="379"/>
                  </a:cubicBezTo>
                  <a:cubicBezTo>
                    <a:pt x="2444" y="320"/>
                    <a:pt x="2538" y="273"/>
                    <a:pt x="2633" y="261"/>
                  </a:cubicBezTo>
                  <a:cubicBezTo>
                    <a:pt x="2681" y="249"/>
                    <a:pt x="2740" y="225"/>
                    <a:pt x="2788" y="213"/>
                  </a:cubicBezTo>
                  <a:cubicBezTo>
                    <a:pt x="2243" y="187"/>
                    <a:pt x="1676" y="1"/>
                    <a:pt x="1158" y="1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41"/>
            <p:cNvSpPr/>
            <p:nvPr/>
          </p:nvSpPr>
          <p:spPr>
            <a:xfrm>
              <a:off x="-3266955" y="1436924"/>
              <a:ext cx="74400" cy="126914"/>
            </a:xfrm>
            <a:custGeom>
              <a:rect b="b" l="l" r="r" t="t"/>
              <a:pathLst>
                <a:path extrusionOk="0" h="1397" w="819">
                  <a:moveTo>
                    <a:pt x="403" y="1"/>
                  </a:moveTo>
                  <a:cubicBezTo>
                    <a:pt x="338" y="1"/>
                    <a:pt x="270" y="34"/>
                    <a:pt x="225" y="86"/>
                  </a:cubicBezTo>
                  <a:cubicBezTo>
                    <a:pt x="154" y="157"/>
                    <a:pt x="119" y="264"/>
                    <a:pt x="95" y="371"/>
                  </a:cubicBezTo>
                  <a:cubicBezTo>
                    <a:pt x="36" y="620"/>
                    <a:pt x="0" y="893"/>
                    <a:pt x="107" y="1130"/>
                  </a:cubicBezTo>
                  <a:cubicBezTo>
                    <a:pt x="142" y="1213"/>
                    <a:pt x="202" y="1296"/>
                    <a:pt x="273" y="1343"/>
                  </a:cubicBezTo>
                  <a:cubicBezTo>
                    <a:pt x="320" y="1375"/>
                    <a:pt x="384" y="1396"/>
                    <a:pt x="445" y="1396"/>
                  </a:cubicBezTo>
                  <a:cubicBezTo>
                    <a:pt x="476" y="1396"/>
                    <a:pt x="506" y="1391"/>
                    <a:pt x="534" y="1379"/>
                  </a:cubicBezTo>
                  <a:lnTo>
                    <a:pt x="818" y="525"/>
                  </a:lnTo>
                  <a:cubicBezTo>
                    <a:pt x="712" y="525"/>
                    <a:pt x="641" y="418"/>
                    <a:pt x="629" y="312"/>
                  </a:cubicBezTo>
                  <a:cubicBezTo>
                    <a:pt x="605" y="217"/>
                    <a:pt x="593" y="98"/>
                    <a:pt x="510" y="39"/>
                  </a:cubicBezTo>
                  <a:cubicBezTo>
                    <a:pt x="479" y="12"/>
                    <a:pt x="442" y="1"/>
                    <a:pt x="403" y="1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41"/>
            <p:cNvSpPr/>
            <p:nvPr/>
          </p:nvSpPr>
          <p:spPr>
            <a:xfrm>
              <a:off x="-3158216" y="1359248"/>
              <a:ext cx="476287" cy="650741"/>
            </a:xfrm>
            <a:custGeom>
              <a:rect b="b" l="l" r="r" t="t"/>
              <a:pathLst>
                <a:path extrusionOk="0" h="7163" w="5243">
                  <a:moveTo>
                    <a:pt x="3846" y="0"/>
                  </a:moveTo>
                  <a:cubicBezTo>
                    <a:pt x="3834" y="0"/>
                    <a:pt x="3821" y="2"/>
                    <a:pt x="3808" y="4"/>
                  </a:cubicBezTo>
                  <a:cubicBezTo>
                    <a:pt x="3760" y="28"/>
                    <a:pt x="3689" y="87"/>
                    <a:pt x="3654" y="135"/>
                  </a:cubicBezTo>
                  <a:cubicBezTo>
                    <a:pt x="3405" y="467"/>
                    <a:pt x="3334" y="775"/>
                    <a:pt x="2895" y="1226"/>
                  </a:cubicBezTo>
                  <a:cubicBezTo>
                    <a:pt x="2824" y="1307"/>
                    <a:pt x="2736" y="1414"/>
                    <a:pt x="2638" y="1414"/>
                  </a:cubicBezTo>
                  <a:cubicBezTo>
                    <a:pt x="2621" y="1414"/>
                    <a:pt x="2604" y="1411"/>
                    <a:pt x="2586" y="1404"/>
                  </a:cubicBezTo>
                  <a:cubicBezTo>
                    <a:pt x="2468" y="1368"/>
                    <a:pt x="2432" y="1226"/>
                    <a:pt x="2385" y="1107"/>
                  </a:cubicBezTo>
                  <a:cubicBezTo>
                    <a:pt x="2295" y="950"/>
                    <a:pt x="2132" y="857"/>
                    <a:pt x="1954" y="857"/>
                  </a:cubicBezTo>
                  <a:cubicBezTo>
                    <a:pt x="1943" y="857"/>
                    <a:pt x="1933" y="857"/>
                    <a:pt x="1922" y="858"/>
                  </a:cubicBezTo>
                  <a:cubicBezTo>
                    <a:pt x="1981" y="1226"/>
                    <a:pt x="2254" y="1534"/>
                    <a:pt x="2373" y="1890"/>
                  </a:cubicBezTo>
                  <a:cubicBezTo>
                    <a:pt x="2420" y="2032"/>
                    <a:pt x="2444" y="2186"/>
                    <a:pt x="2432" y="2341"/>
                  </a:cubicBezTo>
                  <a:cubicBezTo>
                    <a:pt x="1649" y="3669"/>
                    <a:pt x="784" y="5045"/>
                    <a:pt x="1" y="6373"/>
                  </a:cubicBezTo>
                  <a:cubicBezTo>
                    <a:pt x="428" y="6610"/>
                    <a:pt x="867" y="6859"/>
                    <a:pt x="1294" y="7096"/>
                  </a:cubicBezTo>
                  <a:cubicBezTo>
                    <a:pt x="1351" y="7125"/>
                    <a:pt x="1409" y="7162"/>
                    <a:pt x="1474" y="7162"/>
                  </a:cubicBezTo>
                  <a:cubicBezTo>
                    <a:pt x="1488" y="7162"/>
                    <a:pt x="1503" y="7160"/>
                    <a:pt x="1519" y="7156"/>
                  </a:cubicBezTo>
                  <a:cubicBezTo>
                    <a:pt x="1590" y="7144"/>
                    <a:pt x="1638" y="7073"/>
                    <a:pt x="1685" y="7013"/>
                  </a:cubicBezTo>
                  <a:cubicBezTo>
                    <a:pt x="2491" y="5910"/>
                    <a:pt x="2729" y="4689"/>
                    <a:pt x="3061" y="3361"/>
                  </a:cubicBezTo>
                  <a:cubicBezTo>
                    <a:pt x="3084" y="3242"/>
                    <a:pt x="3215" y="2945"/>
                    <a:pt x="3310" y="2720"/>
                  </a:cubicBezTo>
                  <a:cubicBezTo>
                    <a:pt x="3369" y="2649"/>
                    <a:pt x="3428" y="2578"/>
                    <a:pt x="3500" y="2519"/>
                  </a:cubicBezTo>
                  <a:cubicBezTo>
                    <a:pt x="3749" y="2281"/>
                    <a:pt x="4057" y="2103"/>
                    <a:pt x="4353" y="1937"/>
                  </a:cubicBezTo>
                  <a:cubicBezTo>
                    <a:pt x="4603" y="1783"/>
                    <a:pt x="4863" y="1641"/>
                    <a:pt x="5124" y="1487"/>
                  </a:cubicBezTo>
                  <a:cubicBezTo>
                    <a:pt x="5160" y="1463"/>
                    <a:pt x="5207" y="1439"/>
                    <a:pt x="5219" y="1404"/>
                  </a:cubicBezTo>
                  <a:cubicBezTo>
                    <a:pt x="5243" y="1356"/>
                    <a:pt x="5231" y="1297"/>
                    <a:pt x="5196" y="1273"/>
                  </a:cubicBezTo>
                  <a:cubicBezTo>
                    <a:pt x="5185" y="1270"/>
                    <a:pt x="5175" y="1268"/>
                    <a:pt x="5164" y="1268"/>
                  </a:cubicBezTo>
                  <a:cubicBezTo>
                    <a:pt x="5139" y="1268"/>
                    <a:pt x="5114" y="1277"/>
                    <a:pt x="5089" y="1285"/>
                  </a:cubicBezTo>
                  <a:cubicBezTo>
                    <a:pt x="4852" y="1392"/>
                    <a:pt x="4519" y="1522"/>
                    <a:pt x="4306" y="1570"/>
                  </a:cubicBezTo>
                  <a:cubicBezTo>
                    <a:pt x="4401" y="1356"/>
                    <a:pt x="4828" y="1012"/>
                    <a:pt x="5029" y="775"/>
                  </a:cubicBezTo>
                  <a:cubicBezTo>
                    <a:pt x="5065" y="740"/>
                    <a:pt x="5101" y="692"/>
                    <a:pt x="5077" y="645"/>
                  </a:cubicBezTo>
                  <a:cubicBezTo>
                    <a:pt x="5063" y="612"/>
                    <a:pt x="5037" y="599"/>
                    <a:pt x="5008" y="599"/>
                  </a:cubicBezTo>
                  <a:cubicBezTo>
                    <a:pt x="4962" y="599"/>
                    <a:pt x="4906" y="628"/>
                    <a:pt x="4863" y="657"/>
                  </a:cubicBezTo>
                  <a:cubicBezTo>
                    <a:pt x="4709" y="775"/>
                    <a:pt x="4425" y="977"/>
                    <a:pt x="4270" y="1095"/>
                  </a:cubicBezTo>
                  <a:cubicBezTo>
                    <a:pt x="4202" y="1155"/>
                    <a:pt x="4104" y="1202"/>
                    <a:pt x="4045" y="1202"/>
                  </a:cubicBezTo>
                  <a:cubicBezTo>
                    <a:pt x="4021" y="1202"/>
                    <a:pt x="4004" y="1195"/>
                    <a:pt x="3998" y="1178"/>
                  </a:cubicBezTo>
                  <a:cubicBezTo>
                    <a:pt x="3950" y="1155"/>
                    <a:pt x="4021" y="977"/>
                    <a:pt x="4081" y="882"/>
                  </a:cubicBezTo>
                  <a:cubicBezTo>
                    <a:pt x="4187" y="716"/>
                    <a:pt x="4294" y="502"/>
                    <a:pt x="4413" y="336"/>
                  </a:cubicBezTo>
                  <a:cubicBezTo>
                    <a:pt x="4448" y="277"/>
                    <a:pt x="4508" y="158"/>
                    <a:pt x="4448" y="123"/>
                  </a:cubicBezTo>
                  <a:cubicBezTo>
                    <a:pt x="4437" y="114"/>
                    <a:pt x="4423" y="110"/>
                    <a:pt x="4408" y="110"/>
                  </a:cubicBezTo>
                  <a:cubicBezTo>
                    <a:pt x="4362" y="110"/>
                    <a:pt x="4306" y="146"/>
                    <a:pt x="4270" y="182"/>
                  </a:cubicBezTo>
                  <a:cubicBezTo>
                    <a:pt x="4069" y="407"/>
                    <a:pt x="3843" y="751"/>
                    <a:pt x="3642" y="977"/>
                  </a:cubicBezTo>
                  <a:cubicBezTo>
                    <a:pt x="3500" y="906"/>
                    <a:pt x="3820" y="384"/>
                    <a:pt x="3915" y="170"/>
                  </a:cubicBezTo>
                  <a:cubicBezTo>
                    <a:pt x="3927" y="135"/>
                    <a:pt x="3938" y="99"/>
                    <a:pt x="3927" y="64"/>
                  </a:cubicBezTo>
                  <a:cubicBezTo>
                    <a:pt x="3917" y="18"/>
                    <a:pt x="3887" y="0"/>
                    <a:pt x="3846" y="0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41"/>
            <p:cNvSpPr/>
            <p:nvPr/>
          </p:nvSpPr>
          <p:spPr>
            <a:xfrm>
              <a:off x="-3097805" y="1601725"/>
              <a:ext cx="239188" cy="407814"/>
            </a:xfrm>
            <a:custGeom>
              <a:rect b="b" l="l" r="r" t="t"/>
              <a:pathLst>
                <a:path extrusionOk="0" h="4489" w="2633">
                  <a:moveTo>
                    <a:pt x="2503" y="0"/>
                  </a:moveTo>
                  <a:cubicBezTo>
                    <a:pt x="1836" y="0"/>
                    <a:pt x="1001" y="2881"/>
                    <a:pt x="0" y="4072"/>
                  </a:cubicBezTo>
                  <a:cubicBezTo>
                    <a:pt x="202" y="4190"/>
                    <a:pt x="415" y="4309"/>
                    <a:pt x="629" y="4427"/>
                  </a:cubicBezTo>
                  <a:cubicBezTo>
                    <a:pt x="690" y="4458"/>
                    <a:pt x="752" y="4489"/>
                    <a:pt x="821" y="4489"/>
                  </a:cubicBezTo>
                  <a:cubicBezTo>
                    <a:pt x="832" y="4489"/>
                    <a:pt x="843" y="4488"/>
                    <a:pt x="854" y="4487"/>
                  </a:cubicBezTo>
                  <a:cubicBezTo>
                    <a:pt x="925" y="4463"/>
                    <a:pt x="973" y="4404"/>
                    <a:pt x="1020" y="4344"/>
                  </a:cubicBezTo>
                  <a:cubicBezTo>
                    <a:pt x="1826" y="3230"/>
                    <a:pt x="2052" y="2020"/>
                    <a:pt x="2396" y="692"/>
                  </a:cubicBezTo>
                  <a:cubicBezTo>
                    <a:pt x="2419" y="561"/>
                    <a:pt x="2550" y="276"/>
                    <a:pt x="2633" y="39"/>
                  </a:cubicBezTo>
                  <a:cubicBezTo>
                    <a:pt x="2590" y="13"/>
                    <a:pt x="2547" y="0"/>
                    <a:pt x="2503" y="0"/>
                  </a:cubicBezTo>
                  <a:close/>
                </a:path>
              </a:pathLst>
            </a:custGeom>
            <a:solidFill>
              <a:srgbClr val="885D39">
                <a:alpha val="42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41"/>
            <p:cNvSpPr/>
            <p:nvPr/>
          </p:nvSpPr>
          <p:spPr>
            <a:xfrm>
              <a:off x="-2942736" y="1617351"/>
              <a:ext cx="58321" cy="60141"/>
            </a:xfrm>
            <a:custGeom>
              <a:rect b="b" l="l" r="r" t="t"/>
              <a:pathLst>
                <a:path extrusionOk="0" h="662" w="642">
                  <a:moveTo>
                    <a:pt x="297" y="93"/>
                  </a:moveTo>
                  <a:cubicBezTo>
                    <a:pt x="369" y="116"/>
                    <a:pt x="440" y="164"/>
                    <a:pt x="511" y="199"/>
                  </a:cubicBezTo>
                  <a:cubicBezTo>
                    <a:pt x="523" y="211"/>
                    <a:pt x="535" y="223"/>
                    <a:pt x="546" y="235"/>
                  </a:cubicBezTo>
                  <a:cubicBezTo>
                    <a:pt x="546" y="247"/>
                    <a:pt x="535" y="270"/>
                    <a:pt x="535" y="282"/>
                  </a:cubicBezTo>
                  <a:lnTo>
                    <a:pt x="428" y="543"/>
                  </a:lnTo>
                  <a:cubicBezTo>
                    <a:pt x="416" y="567"/>
                    <a:pt x="416" y="567"/>
                    <a:pt x="416" y="567"/>
                  </a:cubicBezTo>
                  <a:cubicBezTo>
                    <a:pt x="404" y="567"/>
                    <a:pt x="392" y="567"/>
                    <a:pt x="392" y="555"/>
                  </a:cubicBezTo>
                  <a:lnTo>
                    <a:pt x="119" y="448"/>
                  </a:lnTo>
                  <a:cubicBezTo>
                    <a:pt x="108" y="437"/>
                    <a:pt x="96" y="437"/>
                    <a:pt x="96" y="425"/>
                  </a:cubicBezTo>
                  <a:cubicBezTo>
                    <a:pt x="96" y="425"/>
                    <a:pt x="108" y="413"/>
                    <a:pt x="108" y="401"/>
                  </a:cubicBezTo>
                  <a:lnTo>
                    <a:pt x="274" y="104"/>
                  </a:lnTo>
                  <a:cubicBezTo>
                    <a:pt x="274" y="93"/>
                    <a:pt x="286" y="93"/>
                    <a:pt x="286" y="93"/>
                  </a:cubicBezTo>
                  <a:close/>
                  <a:moveTo>
                    <a:pt x="286" y="0"/>
                  </a:moveTo>
                  <a:cubicBezTo>
                    <a:pt x="244" y="0"/>
                    <a:pt x="208" y="22"/>
                    <a:pt x="191" y="57"/>
                  </a:cubicBezTo>
                  <a:lnTo>
                    <a:pt x="25" y="365"/>
                  </a:lnTo>
                  <a:cubicBezTo>
                    <a:pt x="13" y="377"/>
                    <a:pt x="1" y="413"/>
                    <a:pt x="13" y="448"/>
                  </a:cubicBezTo>
                  <a:cubicBezTo>
                    <a:pt x="25" y="496"/>
                    <a:pt x="72" y="520"/>
                    <a:pt x="84" y="531"/>
                  </a:cubicBezTo>
                  <a:lnTo>
                    <a:pt x="357" y="638"/>
                  </a:lnTo>
                  <a:cubicBezTo>
                    <a:pt x="369" y="650"/>
                    <a:pt x="392" y="662"/>
                    <a:pt x="416" y="662"/>
                  </a:cubicBezTo>
                  <a:cubicBezTo>
                    <a:pt x="428" y="662"/>
                    <a:pt x="440" y="650"/>
                    <a:pt x="452" y="650"/>
                  </a:cubicBezTo>
                  <a:cubicBezTo>
                    <a:pt x="487" y="638"/>
                    <a:pt x="499" y="591"/>
                    <a:pt x="511" y="579"/>
                  </a:cubicBezTo>
                  <a:lnTo>
                    <a:pt x="618" y="318"/>
                  </a:lnTo>
                  <a:cubicBezTo>
                    <a:pt x="629" y="294"/>
                    <a:pt x="641" y="259"/>
                    <a:pt x="629" y="211"/>
                  </a:cubicBezTo>
                  <a:cubicBezTo>
                    <a:pt x="618" y="176"/>
                    <a:pt x="582" y="140"/>
                    <a:pt x="558" y="128"/>
                  </a:cubicBezTo>
                  <a:cubicBezTo>
                    <a:pt x="487" y="81"/>
                    <a:pt x="404" y="33"/>
                    <a:pt x="333" y="10"/>
                  </a:cubicBezTo>
                  <a:cubicBezTo>
                    <a:pt x="317" y="3"/>
                    <a:pt x="301" y="0"/>
                    <a:pt x="2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41"/>
            <p:cNvSpPr/>
            <p:nvPr/>
          </p:nvSpPr>
          <p:spPr>
            <a:xfrm>
              <a:off x="-2981526" y="1605540"/>
              <a:ext cx="68041" cy="52601"/>
            </a:xfrm>
            <a:custGeom>
              <a:rect b="b" l="l" r="r" t="t"/>
              <a:pathLst>
                <a:path extrusionOk="0" h="579" w="749">
                  <a:moveTo>
                    <a:pt x="278" y="0"/>
                  </a:moveTo>
                  <a:cubicBezTo>
                    <a:pt x="262" y="0"/>
                    <a:pt x="244" y="3"/>
                    <a:pt x="226" y="9"/>
                  </a:cubicBezTo>
                  <a:cubicBezTo>
                    <a:pt x="214" y="21"/>
                    <a:pt x="203" y="45"/>
                    <a:pt x="191" y="68"/>
                  </a:cubicBezTo>
                  <a:cubicBezTo>
                    <a:pt x="143" y="151"/>
                    <a:pt x="72" y="234"/>
                    <a:pt x="13" y="317"/>
                  </a:cubicBezTo>
                  <a:cubicBezTo>
                    <a:pt x="1" y="329"/>
                    <a:pt x="13" y="365"/>
                    <a:pt x="36" y="377"/>
                  </a:cubicBezTo>
                  <a:cubicBezTo>
                    <a:pt x="179" y="412"/>
                    <a:pt x="440" y="507"/>
                    <a:pt x="594" y="578"/>
                  </a:cubicBezTo>
                  <a:cubicBezTo>
                    <a:pt x="653" y="448"/>
                    <a:pt x="677" y="365"/>
                    <a:pt x="748" y="246"/>
                  </a:cubicBezTo>
                  <a:cubicBezTo>
                    <a:pt x="629" y="175"/>
                    <a:pt x="452" y="57"/>
                    <a:pt x="321" y="9"/>
                  </a:cubicBezTo>
                  <a:cubicBezTo>
                    <a:pt x="309" y="3"/>
                    <a:pt x="294" y="0"/>
                    <a:pt x="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41"/>
            <p:cNvSpPr/>
            <p:nvPr/>
          </p:nvSpPr>
          <p:spPr>
            <a:xfrm>
              <a:off x="-2938375" y="1630070"/>
              <a:ext cx="44240" cy="23711"/>
            </a:xfrm>
            <a:custGeom>
              <a:rect b="b" l="l" r="r" t="t"/>
              <a:pathLst>
                <a:path extrusionOk="0" h="261" w="487">
                  <a:moveTo>
                    <a:pt x="36" y="0"/>
                  </a:moveTo>
                  <a:cubicBezTo>
                    <a:pt x="24" y="36"/>
                    <a:pt x="12" y="59"/>
                    <a:pt x="0" y="83"/>
                  </a:cubicBezTo>
                  <a:cubicBezTo>
                    <a:pt x="154" y="130"/>
                    <a:pt x="297" y="190"/>
                    <a:pt x="439" y="261"/>
                  </a:cubicBezTo>
                  <a:cubicBezTo>
                    <a:pt x="451" y="237"/>
                    <a:pt x="463" y="225"/>
                    <a:pt x="487" y="202"/>
                  </a:cubicBezTo>
                  <a:cubicBezTo>
                    <a:pt x="332" y="130"/>
                    <a:pt x="190" y="71"/>
                    <a:pt x="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41"/>
            <p:cNvSpPr/>
            <p:nvPr/>
          </p:nvSpPr>
          <p:spPr>
            <a:xfrm>
              <a:off x="-2909306" y="1637792"/>
              <a:ext cx="38881" cy="49239"/>
            </a:xfrm>
            <a:custGeom>
              <a:rect b="b" l="l" r="r" t="t"/>
              <a:pathLst>
                <a:path extrusionOk="0" h="542" w="428">
                  <a:moveTo>
                    <a:pt x="148" y="0"/>
                  </a:moveTo>
                  <a:cubicBezTo>
                    <a:pt x="124" y="0"/>
                    <a:pt x="104" y="17"/>
                    <a:pt x="95" y="34"/>
                  </a:cubicBezTo>
                  <a:cubicBezTo>
                    <a:pt x="60" y="105"/>
                    <a:pt x="36" y="152"/>
                    <a:pt x="12" y="235"/>
                  </a:cubicBezTo>
                  <a:cubicBezTo>
                    <a:pt x="1" y="271"/>
                    <a:pt x="12" y="295"/>
                    <a:pt x="36" y="306"/>
                  </a:cubicBezTo>
                  <a:cubicBezTo>
                    <a:pt x="155" y="389"/>
                    <a:pt x="214" y="484"/>
                    <a:pt x="273" y="532"/>
                  </a:cubicBezTo>
                  <a:cubicBezTo>
                    <a:pt x="283" y="538"/>
                    <a:pt x="293" y="541"/>
                    <a:pt x="303" y="541"/>
                  </a:cubicBezTo>
                  <a:cubicBezTo>
                    <a:pt x="327" y="541"/>
                    <a:pt x="348" y="522"/>
                    <a:pt x="356" y="496"/>
                  </a:cubicBezTo>
                  <a:cubicBezTo>
                    <a:pt x="380" y="401"/>
                    <a:pt x="404" y="306"/>
                    <a:pt x="427" y="212"/>
                  </a:cubicBezTo>
                  <a:cubicBezTo>
                    <a:pt x="427" y="176"/>
                    <a:pt x="416" y="140"/>
                    <a:pt x="392" y="117"/>
                  </a:cubicBezTo>
                  <a:cubicBezTo>
                    <a:pt x="344" y="81"/>
                    <a:pt x="238" y="45"/>
                    <a:pt x="178" y="10"/>
                  </a:cubicBezTo>
                  <a:cubicBezTo>
                    <a:pt x="168" y="3"/>
                    <a:pt x="158" y="0"/>
                    <a:pt x="1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41"/>
            <p:cNvSpPr/>
            <p:nvPr/>
          </p:nvSpPr>
          <p:spPr>
            <a:xfrm>
              <a:off x="-2601166" y="3296878"/>
              <a:ext cx="168149" cy="158892"/>
            </a:xfrm>
            <a:custGeom>
              <a:rect b="b" l="l" r="r" t="t"/>
              <a:pathLst>
                <a:path extrusionOk="0" h="1749" w="1851">
                  <a:moveTo>
                    <a:pt x="1542" y="0"/>
                  </a:moveTo>
                  <a:cubicBezTo>
                    <a:pt x="1061" y="179"/>
                    <a:pt x="569" y="274"/>
                    <a:pt x="86" y="274"/>
                  </a:cubicBezTo>
                  <a:cubicBezTo>
                    <a:pt x="57" y="274"/>
                    <a:pt x="29" y="273"/>
                    <a:pt x="0" y="273"/>
                  </a:cubicBezTo>
                  <a:lnTo>
                    <a:pt x="0" y="273"/>
                  </a:lnTo>
                  <a:cubicBezTo>
                    <a:pt x="214" y="676"/>
                    <a:pt x="309" y="1186"/>
                    <a:pt x="249" y="1696"/>
                  </a:cubicBezTo>
                  <a:cubicBezTo>
                    <a:pt x="402" y="1732"/>
                    <a:pt x="560" y="1749"/>
                    <a:pt x="721" y="1749"/>
                  </a:cubicBezTo>
                  <a:cubicBezTo>
                    <a:pt x="1096" y="1749"/>
                    <a:pt x="1485" y="1653"/>
                    <a:pt x="1851" y="1471"/>
                  </a:cubicBezTo>
                  <a:cubicBezTo>
                    <a:pt x="1732" y="1008"/>
                    <a:pt x="1613" y="510"/>
                    <a:pt x="15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41"/>
            <p:cNvSpPr/>
            <p:nvPr/>
          </p:nvSpPr>
          <p:spPr>
            <a:xfrm>
              <a:off x="-2607615" y="3395086"/>
              <a:ext cx="341568" cy="137816"/>
            </a:xfrm>
            <a:custGeom>
              <a:rect b="b" l="l" r="r" t="t"/>
              <a:pathLst>
                <a:path extrusionOk="0" h="1517" w="3760">
                  <a:moveTo>
                    <a:pt x="2192" y="1"/>
                  </a:moveTo>
                  <a:cubicBezTo>
                    <a:pt x="2169" y="1"/>
                    <a:pt x="2145" y="4"/>
                    <a:pt x="2123" y="10"/>
                  </a:cubicBezTo>
                  <a:cubicBezTo>
                    <a:pt x="2040" y="46"/>
                    <a:pt x="1969" y="152"/>
                    <a:pt x="1898" y="224"/>
                  </a:cubicBezTo>
                  <a:cubicBezTo>
                    <a:pt x="1754" y="390"/>
                    <a:pt x="1548" y="479"/>
                    <a:pt x="1353" y="479"/>
                  </a:cubicBezTo>
                  <a:cubicBezTo>
                    <a:pt x="1242" y="479"/>
                    <a:pt x="1134" y="450"/>
                    <a:pt x="1044" y="390"/>
                  </a:cubicBezTo>
                  <a:cubicBezTo>
                    <a:pt x="925" y="319"/>
                    <a:pt x="842" y="176"/>
                    <a:pt x="712" y="105"/>
                  </a:cubicBezTo>
                  <a:cubicBezTo>
                    <a:pt x="663" y="78"/>
                    <a:pt x="601" y="63"/>
                    <a:pt x="540" y="63"/>
                  </a:cubicBezTo>
                  <a:cubicBezTo>
                    <a:pt x="439" y="63"/>
                    <a:pt x="337" y="104"/>
                    <a:pt x="285" y="200"/>
                  </a:cubicBezTo>
                  <a:cubicBezTo>
                    <a:pt x="214" y="259"/>
                    <a:pt x="178" y="449"/>
                    <a:pt x="143" y="532"/>
                  </a:cubicBezTo>
                  <a:cubicBezTo>
                    <a:pt x="36" y="864"/>
                    <a:pt x="0" y="1196"/>
                    <a:pt x="60" y="1504"/>
                  </a:cubicBezTo>
                  <a:lnTo>
                    <a:pt x="3380" y="1516"/>
                  </a:lnTo>
                  <a:lnTo>
                    <a:pt x="3701" y="1493"/>
                  </a:lnTo>
                  <a:cubicBezTo>
                    <a:pt x="3760" y="1267"/>
                    <a:pt x="3760" y="1006"/>
                    <a:pt x="3606" y="852"/>
                  </a:cubicBezTo>
                  <a:cubicBezTo>
                    <a:pt x="3487" y="734"/>
                    <a:pt x="3309" y="710"/>
                    <a:pt x="3143" y="662"/>
                  </a:cubicBezTo>
                  <a:cubicBezTo>
                    <a:pt x="2894" y="591"/>
                    <a:pt x="2669" y="449"/>
                    <a:pt x="2515" y="247"/>
                  </a:cubicBezTo>
                  <a:cubicBezTo>
                    <a:pt x="2467" y="176"/>
                    <a:pt x="2420" y="105"/>
                    <a:pt x="2360" y="58"/>
                  </a:cubicBezTo>
                  <a:cubicBezTo>
                    <a:pt x="2317" y="23"/>
                    <a:pt x="2254" y="1"/>
                    <a:pt x="21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41"/>
            <p:cNvSpPr/>
            <p:nvPr/>
          </p:nvSpPr>
          <p:spPr>
            <a:xfrm>
              <a:off x="-2604436" y="3506921"/>
              <a:ext cx="336299" cy="25982"/>
            </a:xfrm>
            <a:custGeom>
              <a:rect b="b" l="l" r="r" t="t"/>
              <a:pathLst>
                <a:path extrusionOk="0" h="286" w="3702">
                  <a:moveTo>
                    <a:pt x="1" y="1"/>
                  </a:moveTo>
                  <a:cubicBezTo>
                    <a:pt x="1" y="96"/>
                    <a:pt x="13" y="190"/>
                    <a:pt x="25" y="273"/>
                  </a:cubicBezTo>
                  <a:lnTo>
                    <a:pt x="3345" y="285"/>
                  </a:lnTo>
                  <a:lnTo>
                    <a:pt x="3677" y="262"/>
                  </a:lnTo>
                  <a:cubicBezTo>
                    <a:pt x="3689" y="179"/>
                    <a:pt x="3701" y="84"/>
                    <a:pt x="37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41"/>
            <p:cNvSpPr/>
            <p:nvPr/>
          </p:nvSpPr>
          <p:spPr>
            <a:xfrm>
              <a:off x="-3290665" y="2369127"/>
              <a:ext cx="861914" cy="1018400"/>
            </a:xfrm>
            <a:custGeom>
              <a:rect b="b" l="l" r="r" t="t"/>
              <a:pathLst>
                <a:path extrusionOk="0" h="11210" w="9488">
                  <a:moveTo>
                    <a:pt x="3546" y="1"/>
                  </a:moveTo>
                  <a:cubicBezTo>
                    <a:pt x="2360" y="285"/>
                    <a:pt x="1186" y="570"/>
                    <a:pt x="0" y="855"/>
                  </a:cubicBezTo>
                  <a:cubicBezTo>
                    <a:pt x="0" y="1744"/>
                    <a:pt x="0" y="2681"/>
                    <a:pt x="439" y="3333"/>
                  </a:cubicBezTo>
                  <a:cubicBezTo>
                    <a:pt x="983" y="4143"/>
                    <a:pt x="2014" y="4320"/>
                    <a:pt x="3019" y="4320"/>
                  </a:cubicBezTo>
                  <a:cubicBezTo>
                    <a:pt x="3088" y="4320"/>
                    <a:pt x="3157" y="4319"/>
                    <a:pt x="3226" y="4318"/>
                  </a:cubicBezTo>
                  <a:cubicBezTo>
                    <a:pt x="3796" y="4299"/>
                    <a:pt x="4463" y="4219"/>
                    <a:pt x="5099" y="4219"/>
                  </a:cubicBezTo>
                  <a:cubicBezTo>
                    <a:pt x="5654" y="4219"/>
                    <a:pt x="6186" y="4280"/>
                    <a:pt x="6606" y="4496"/>
                  </a:cubicBezTo>
                  <a:cubicBezTo>
                    <a:pt x="6416" y="5456"/>
                    <a:pt x="6381" y="6085"/>
                    <a:pt x="6464" y="6642"/>
                  </a:cubicBezTo>
                  <a:cubicBezTo>
                    <a:pt x="6547" y="7200"/>
                    <a:pt x="6689" y="7650"/>
                    <a:pt x="6820" y="8184"/>
                  </a:cubicBezTo>
                  <a:cubicBezTo>
                    <a:pt x="7009" y="8955"/>
                    <a:pt x="7163" y="9536"/>
                    <a:pt x="7163" y="10378"/>
                  </a:cubicBezTo>
                  <a:cubicBezTo>
                    <a:pt x="7175" y="10615"/>
                    <a:pt x="7152" y="10924"/>
                    <a:pt x="7306" y="11066"/>
                  </a:cubicBezTo>
                  <a:cubicBezTo>
                    <a:pt x="7424" y="11185"/>
                    <a:pt x="7899" y="11208"/>
                    <a:pt x="8077" y="11208"/>
                  </a:cubicBezTo>
                  <a:cubicBezTo>
                    <a:pt x="8106" y="11209"/>
                    <a:pt x="8133" y="11209"/>
                    <a:pt x="8160" y="11209"/>
                  </a:cubicBezTo>
                  <a:cubicBezTo>
                    <a:pt x="8759" y="11209"/>
                    <a:pt x="8841" y="11085"/>
                    <a:pt x="9488" y="10971"/>
                  </a:cubicBezTo>
                  <a:cubicBezTo>
                    <a:pt x="9322" y="8552"/>
                    <a:pt x="9144" y="6120"/>
                    <a:pt x="8966" y="3689"/>
                  </a:cubicBezTo>
                  <a:cubicBezTo>
                    <a:pt x="8954" y="3393"/>
                    <a:pt x="8931" y="3096"/>
                    <a:pt x="8800" y="2847"/>
                  </a:cubicBezTo>
                  <a:cubicBezTo>
                    <a:pt x="8646" y="2515"/>
                    <a:pt x="8338" y="2325"/>
                    <a:pt x="8041" y="2159"/>
                  </a:cubicBezTo>
                  <a:cubicBezTo>
                    <a:pt x="6487" y="1317"/>
                    <a:pt x="4744" y="795"/>
                    <a:pt x="2930" y="629"/>
                  </a:cubicBezTo>
                  <a:lnTo>
                    <a:pt x="3617" y="558"/>
                  </a:lnTo>
                  <a:cubicBezTo>
                    <a:pt x="3594" y="368"/>
                    <a:pt x="3570" y="191"/>
                    <a:pt x="35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41"/>
            <p:cNvSpPr/>
            <p:nvPr/>
          </p:nvSpPr>
          <p:spPr>
            <a:xfrm>
              <a:off x="-3290665" y="2369127"/>
              <a:ext cx="823215" cy="1016129"/>
            </a:xfrm>
            <a:custGeom>
              <a:rect b="b" l="l" r="r" t="t"/>
              <a:pathLst>
                <a:path extrusionOk="0" h="11185" w="9062">
                  <a:moveTo>
                    <a:pt x="3546" y="1"/>
                  </a:moveTo>
                  <a:cubicBezTo>
                    <a:pt x="2372" y="285"/>
                    <a:pt x="1186" y="570"/>
                    <a:pt x="12" y="855"/>
                  </a:cubicBezTo>
                  <a:cubicBezTo>
                    <a:pt x="0" y="1744"/>
                    <a:pt x="12" y="2681"/>
                    <a:pt x="451" y="3333"/>
                  </a:cubicBezTo>
                  <a:cubicBezTo>
                    <a:pt x="983" y="4143"/>
                    <a:pt x="2025" y="4320"/>
                    <a:pt x="3031" y="4320"/>
                  </a:cubicBezTo>
                  <a:cubicBezTo>
                    <a:pt x="3100" y="4320"/>
                    <a:pt x="3169" y="4319"/>
                    <a:pt x="3238" y="4318"/>
                  </a:cubicBezTo>
                  <a:cubicBezTo>
                    <a:pt x="3812" y="4298"/>
                    <a:pt x="4495" y="4212"/>
                    <a:pt x="5142" y="4212"/>
                  </a:cubicBezTo>
                  <a:cubicBezTo>
                    <a:pt x="5684" y="4212"/>
                    <a:pt x="6200" y="4273"/>
                    <a:pt x="6606" y="4484"/>
                  </a:cubicBezTo>
                  <a:cubicBezTo>
                    <a:pt x="6416" y="5456"/>
                    <a:pt x="6393" y="6085"/>
                    <a:pt x="6464" y="6642"/>
                  </a:cubicBezTo>
                  <a:cubicBezTo>
                    <a:pt x="6547" y="7200"/>
                    <a:pt x="6689" y="7650"/>
                    <a:pt x="6831" y="8184"/>
                  </a:cubicBezTo>
                  <a:cubicBezTo>
                    <a:pt x="7021" y="8955"/>
                    <a:pt x="7163" y="9536"/>
                    <a:pt x="7175" y="10378"/>
                  </a:cubicBezTo>
                  <a:cubicBezTo>
                    <a:pt x="7175" y="10615"/>
                    <a:pt x="7163" y="10924"/>
                    <a:pt x="7318" y="11066"/>
                  </a:cubicBezTo>
                  <a:cubicBezTo>
                    <a:pt x="7377" y="11125"/>
                    <a:pt x="7519" y="11161"/>
                    <a:pt x="7673" y="11185"/>
                  </a:cubicBezTo>
                  <a:cubicBezTo>
                    <a:pt x="7235" y="8433"/>
                    <a:pt x="6144" y="5338"/>
                    <a:pt x="9061" y="4934"/>
                  </a:cubicBezTo>
                  <a:cubicBezTo>
                    <a:pt x="9037" y="4519"/>
                    <a:pt x="9002" y="4104"/>
                    <a:pt x="8978" y="3689"/>
                  </a:cubicBezTo>
                  <a:cubicBezTo>
                    <a:pt x="8954" y="3393"/>
                    <a:pt x="8931" y="3084"/>
                    <a:pt x="8812" y="2847"/>
                  </a:cubicBezTo>
                  <a:cubicBezTo>
                    <a:pt x="8646" y="2515"/>
                    <a:pt x="8338" y="2325"/>
                    <a:pt x="8041" y="2159"/>
                  </a:cubicBezTo>
                  <a:cubicBezTo>
                    <a:pt x="6487" y="1317"/>
                    <a:pt x="4756" y="795"/>
                    <a:pt x="2930" y="629"/>
                  </a:cubicBezTo>
                  <a:lnTo>
                    <a:pt x="3629" y="558"/>
                  </a:lnTo>
                  <a:cubicBezTo>
                    <a:pt x="3594" y="368"/>
                    <a:pt x="3570" y="191"/>
                    <a:pt x="3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41"/>
            <p:cNvSpPr/>
            <p:nvPr/>
          </p:nvSpPr>
          <p:spPr>
            <a:xfrm>
              <a:off x="-2220896" y="3311959"/>
              <a:ext cx="185410" cy="158620"/>
            </a:xfrm>
            <a:custGeom>
              <a:rect b="b" l="l" r="r" t="t"/>
              <a:pathLst>
                <a:path extrusionOk="0" h="1746" w="2041">
                  <a:moveTo>
                    <a:pt x="1507" y="0"/>
                  </a:moveTo>
                  <a:cubicBezTo>
                    <a:pt x="1048" y="179"/>
                    <a:pt x="568" y="274"/>
                    <a:pt x="86" y="274"/>
                  </a:cubicBezTo>
                  <a:cubicBezTo>
                    <a:pt x="58" y="274"/>
                    <a:pt x="29" y="274"/>
                    <a:pt x="1" y="273"/>
                  </a:cubicBezTo>
                  <a:lnTo>
                    <a:pt x="1" y="273"/>
                  </a:lnTo>
                  <a:cubicBezTo>
                    <a:pt x="286" y="676"/>
                    <a:pt x="452" y="1174"/>
                    <a:pt x="475" y="1684"/>
                  </a:cubicBezTo>
                  <a:cubicBezTo>
                    <a:pt x="639" y="1725"/>
                    <a:pt x="806" y="1745"/>
                    <a:pt x="974" y="1745"/>
                  </a:cubicBezTo>
                  <a:cubicBezTo>
                    <a:pt x="1340" y="1745"/>
                    <a:pt x="1707" y="1650"/>
                    <a:pt x="2041" y="1471"/>
                  </a:cubicBezTo>
                  <a:cubicBezTo>
                    <a:pt x="1804" y="984"/>
                    <a:pt x="1626" y="486"/>
                    <a:pt x="1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41"/>
            <p:cNvSpPr/>
            <p:nvPr/>
          </p:nvSpPr>
          <p:spPr>
            <a:xfrm>
              <a:off x="-2217626" y="3409713"/>
              <a:ext cx="362098" cy="138270"/>
            </a:xfrm>
            <a:custGeom>
              <a:rect b="b" l="l" r="r" t="t"/>
              <a:pathLst>
                <a:path extrusionOk="0" h="1522" w="3986">
                  <a:moveTo>
                    <a:pt x="2149" y="1"/>
                  </a:moveTo>
                  <a:cubicBezTo>
                    <a:pt x="2124" y="1"/>
                    <a:pt x="2100" y="5"/>
                    <a:pt x="2076" y="15"/>
                  </a:cubicBezTo>
                  <a:cubicBezTo>
                    <a:pt x="1981" y="51"/>
                    <a:pt x="1934" y="146"/>
                    <a:pt x="1863" y="229"/>
                  </a:cubicBezTo>
                  <a:cubicBezTo>
                    <a:pt x="1740" y="390"/>
                    <a:pt x="1528" y="481"/>
                    <a:pt x="1320" y="481"/>
                  </a:cubicBezTo>
                  <a:cubicBezTo>
                    <a:pt x="1206" y="481"/>
                    <a:pt x="1093" y="454"/>
                    <a:pt x="997" y="395"/>
                  </a:cubicBezTo>
                  <a:cubicBezTo>
                    <a:pt x="854" y="312"/>
                    <a:pt x="748" y="181"/>
                    <a:pt x="594" y="110"/>
                  </a:cubicBezTo>
                  <a:cubicBezTo>
                    <a:pt x="540" y="83"/>
                    <a:pt x="474" y="68"/>
                    <a:pt x="410" y="68"/>
                  </a:cubicBezTo>
                  <a:cubicBezTo>
                    <a:pt x="305" y="68"/>
                    <a:pt x="203" y="109"/>
                    <a:pt x="167" y="205"/>
                  </a:cubicBezTo>
                  <a:cubicBezTo>
                    <a:pt x="95" y="252"/>
                    <a:pt x="84" y="454"/>
                    <a:pt x="60" y="537"/>
                  </a:cubicBezTo>
                  <a:cubicBezTo>
                    <a:pt x="1" y="857"/>
                    <a:pt x="24" y="1201"/>
                    <a:pt x="131" y="1510"/>
                  </a:cubicBezTo>
                  <a:lnTo>
                    <a:pt x="3618" y="1521"/>
                  </a:lnTo>
                  <a:cubicBezTo>
                    <a:pt x="3736" y="1510"/>
                    <a:pt x="3843" y="1510"/>
                    <a:pt x="3962" y="1498"/>
                  </a:cubicBezTo>
                  <a:cubicBezTo>
                    <a:pt x="3985" y="1260"/>
                    <a:pt x="3938" y="1000"/>
                    <a:pt x="3760" y="857"/>
                  </a:cubicBezTo>
                  <a:cubicBezTo>
                    <a:pt x="3618" y="739"/>
                    <a:pt x="3416" y="715"/>
                    <a:pt x="3238" y="667"/>
                  </a:cubicBezTo>
                  <a:cubicBezTo>
                    <a:pt x="2965" y="596"/>
                    <a:pt x="2716" y="454"/>
                    <a:pt x="2515" y="241"/>
                  </a:cubicBezTo>
                  <a:cubicBezTo>
                    <a:pt x="2455" y="181"/>
                    <a:pt x="2396" y="110"/>
                    <a:pt x="2325" y="63"/>
                  </a:cubicBezTo>
                  <a:cubicBezTo>
                    <a:pt x="2274" y="29"/>
                    <a:pt x="2211" y="1"/>
                    <a:pt x="21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41"/>
            <p:cNvSpPr/>
            <p:nvPr/>
          </p:nvSpPr>
          <p:spPr>
            <a:xfrm>
              <a:off x="-2212266" y="3520912"/>
              <a:ext cx="354558" cy="27073"/>
            </a:xfrm>
            <a:custGeom>
              <a:rect b="b" l="l" r="r" t="t"/>
              <a:pathLst>
                <a:path extrusionOk="0" h="298" w="3903">
                  <a:moveTo>
                    <a:pt x="1" y="1"/>
                  </a:moveTo>
                  <a:cubicBezTo>
                    <a:pt x="13" y="96"/>
                    <a:pt x="36" y="191"/>
                    <a:pt x="72" y="286"/>
                  </a:cubicBezTo>
                  <a:lnTo>
                    <a:pt x="3559" y="297"/>
                  </a:lnTo>
                  <a:cubicBezTo>
                    <a:pt x="3677" y="286"/>
                    <a:pt x="3784" y="286"/>
                    <a:pt x="3903" y="274"/>
                  </a:cubicBezTo>
                  <a:cubicBezTo>
                    <a:pt x="3903" y="191"/>
                    <a:pt x="3903" y="96"/>
                    <a:pt x="38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41"/>
            <p:cNvSpPr/>
            <p:nvPr/>
          </p:nvSpPr>
          <p:spPr>
            <a:xfrm>
              <a:off x="-3133416" y="2373488"/>
              <a:ext cx="1105462" cy="1009679"/>
            </a:xfrm>
            <a:custGeom>
              <a:rect b="b" l="l" r="r" t="t"/>
              <a:pathLst>
                <a:path extrusionOk="0" h="11114" w="12169">
                  <a:moveTo>
                    <a:pt x="3713" y="0"/>
                  </a:moveTo>
                  <a:cubicBezTo>
                    <a:pt x="2479" y="285"/>
                    <a:pt x="1234" y="570"/>
                    <a:pt x="1" y="842"/>
                  </a:cubicBezTo>
                  <a:cubicBezTo>
                    <a:pt x="143" y="1720"/>
                    <a:pt x="321" y="2657"/>
                    <a:pt x="914" y="3309"/>
                  </a:cubicBezTo>
                  <a:cubicBezTo>
                    <a:pt x="1646" y="4108"/>
                    <a:pt x="2814" y="4284"/>
                    <a:pt x="3913" y="4284"/>
                  </a:cubicBezTo>
                  <a:cubicBezTo>
                    <a:pt x="3989" y="4284"/>
                    <a:pt x="4065" y="4283"/>
                    <a:pt x="4140" y="4282"/>
                  </a:cubicBezTo>
                  <a:cubicBezTo>
                    <a:pt x="4761" y="4262"/>
                    <a:pt x="5485" y="4181"/>
                    <a:pt x="6188" y="4181"/>
                  </a:cubicBezTo>
                  <a:cubicBezTo>
                    <a:pt x="6788" y="4181"/>
                    <a:pt x="7372" y="4240"/>
                    <a:pt x="7864" y="4448"/>
                  </a:cubicBezTo>
                  <a:cubicBezTo>
                    <a:pt x="7828" y="5408"/>
                    <a:pt x="7899" y="6037"/>
                    <a:pt x="8089" y="6582"/>
                  </a:cubicBezTo>
                  <a:cubicBezTo>
                    <a:pt x="8279" y="7140"/>
                    <a:pt x="8516" y="7591"/>
                    <a:pt x="8753" y="8112"/>
                  </a:cubicBezTo>
                  <a:cubicBezTo>
                    <a:pt x="9109" y="8883"/>
                    <a:pt x="9370" y="9464"/>
                    <a:pt x="9524" y="10283"/>
                  </a:cubicBezTo>
                  <a:cubicBezTo>
                    <a:pt x="9572" y="10520"/>
                    <a:pt x="9607" y="10828"/>
                    <a:pt x="9797" y="10971"/>
                  </a:cubicBezTo>
                  <a:cubicBezTo>
                    <a:pt x="9951" y="11089"/>
                    <a:pt x="10473" y="11113"/>
                    <a:pt x="10663" y="11113"/>
                  </a:cubicBezTo>
                  <a:cubicBezTo>
                    <a:pt x="10694" y="11113"/>
                    <a:pt x="10724" y="11114"/>
                    <a:pt x="10753" y="11114"/>
                  </a:cubicBezTo>
                  <a:cubicBezTo>
                    <a:pt x="11403" y="11114"/>
                    <a:pt x="11476" y="10990"/>
                    <a:pt x="12169" y="10888"/>
                  </a:cubicBezTo>
                  <a:cubicBezTo>
                    <a:pt x="11552" y="8468"/>
                    <a:pt x="10924" y="6061"/>
                    <a:pt x="10307" y="3653"/>
                  </a:cubicBezTo>
                  <a:cubicBezTo>
                    <a:pt x="10224" y="3357"/>
                    <a:pt x="10153" y="3060"/>
                    <a:pt x="9975" y="2811"/>
                  </a:cubicBezTo>
                  <a:cubicBezTo>
                    <a:pt x="9738" y="2491"/>
                    <a:pt x="9370" y="2301"/>
                    <a:pt x="9014" y="2135"/>
                  </a:cubicBezTo>
                  <a:cubicBezTo>
                    <a:pt x="7164" y="1305"/>
                    <a:pt x="5172" y="783"/>
                    <a:pt x="3144" y="617"/>
                  </a:cubicBezTo>
                  <a:lnTo>
                    <a:pt x="3891" y="546"/>
                  </a:lnTo>
                  <a:cubicBezTo>
                    <a:pt x="3831" y="368"/>
                    <a:pt x="3772" y="190"/>
                    <a:pt x="37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41"/>
            <p:cNvSpPr/>
            <p:nvPr/>
          </p:nvSpPr>
          <p:spPr>
            <a:xfrm>
              <a:off x="-3496516" y="1694300"/>
              <a:ext cx="306139" cy="56507"/>
            </a:xfrm>
            <a:custGeom>
              <a:rect b="b" l="l" r="r" t="t"/>
              <a:pathLst>
                <a:path extrusionOk="0" h="622" w="3370">
                  <a:moveTo>
                    <a:pt x="1225" y="0"/>
                  </a:moveTo>
                  <a:cubicBezTo>
                    <a:pt x="851" y="0"/>
                    <a:pt x="471" y="12"/>
                    <a:pt x="84" y="16"/>
                  </a:cubicBezTo>
                  <a:cubicBezTo>
                    <a:pt x="131" y="349"/>
                    <a:pt x="48" y="135"/>
                    <a:pt x="1" y="479"/>
                  </a:cubicBezTo>
                  <a:cubicBezTo>
                    <a:pt x="232" y="471"/>
                    <a:pt x="463" y="468"/>
                    <a:pt x="695" y="468"/>
                  </a:cubicBezTo>
                  <a:cubicBezTo>
                    <a:pt x="1542" y="468"/>
                    <a:pt x="2388" y="519"/>
                    <a:pt x="3227" y="621"/>
                  </a:cubicBezTo>
                  <a:cubicBezTo>
                    <a:pt x="3274" y="420"/>
                    <a:pt x="3322" y="503"/>
                    <a:pt x="3369" y="289"/>
                  </a:cubicBezTo>
                  <a:cubicBezTo>
                    <a:pt x="2664" y="46"/>
                    <a:pt x="1954" y="0"/>
                    <a:pt x="12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41"/>
            <p:cNvSpPr/>
            <p:nvPr/>
          </p:nvSpPr>
          <p:spPr>
            <a:xfrm>
              <a:off x="-3621425" y="1709290"/>
              <a:ext cx="907244" cy="1015493"/>
            </a:xfrm>
            <a:custGeom>
              <a:rect b="b" l="l" r="r" t="t"/>
              <a:pathLst>
                <a:path extrusionOk="0" h="11178" w="9987">
                  <a:moveTo>
                    <a:pt x="2397" y="1"/>
                  </a:moveTo>
                  <a:cubicBezTo>
                    <a:pt x="2082" y="1"/>
                    <a:pt x="1768" y="26"/>
                    <a:pt x="1483" y="136"/>
                  </a:cubicBezTo>
                  <a:cubicBezTo>
                    <a:pt x="1210" y="243"/>
                    <a:pt x="973" y="350"/>
                    <a:pt x="747" y="527"/>
                  </a:cubicBezTo>
                  <a:cubicBezTo>
                    <a:pt x="439" y="753"/>
                    <a:pt x="463" y="990"/>
                    <a:pt x="285" y="1322"/>
                  </a:cubicBezTo>
                  <a:cubicBezTo>
                    <a:pt x="0" y="1868"/>
                    <a:pt x="178" y="3398"/>
                    <a:pt x="344" y="3991"/>
                  </a:cubicBezTo>
                  <a:cubicBezTo>
                    <a:pt x="866" y="5722"/>
                    <a:pt x="1328" y="6552"/>
                    <a:pt x="2159" y="8165"/>
                  </a:cubicBezTo>
                  <a:cubicBezTo>
                    <a:pt x="2313" y="8485"/>
                    <a:pt x="2479" y="8794"/>
                    <a:pt x="2692" y="9090"/>
                  </a:cubicBezTo>
                  <a:cubicBezTo>
                    <a:pt x="2799" y="9375"/>
                    <a:pt x="2918" y="9671"/>
                    <a:pt x="3024" y="9968"/>
                  </a:cubicBezTo>
                  <a:cubicBezTo>
                    <a:pt x="3060" y="10075"/>
                    <a:pt x="3107" y="10169"/>
                    <a:pt x="3167" y="10252"/>
                  </a:cubicBezTo>
                  <a:cubicBezTo>
                    <a:pt x="3309" y="10442"/>
                    <a:pt x="3546" y="10525"/>
                    <a:pt x="3760" y="10596"/>
                  </a:cubicBezTo>
                  <a:cubicBezTo>
                    <a:pt x="4459" y="10834"/>
                    <a:pt x="5171" y="11071"/>
                    <a:pt x="5906" y="11154"/>
                  </a:cubicBezTo>
                  <a:cubicBezTo>
                    <a:pt x="6060" y="11169"/>
                    <a:pt x="6215" y="11177"/>
                    <a:pt x="6371" y="11177"/>
                  </a:cubicBezTo>
                  <a:cubicBezTo>
                    <a:pt x="6951" y="11177"/>
                    <a:pt x="7536" y="11064"/>
                    <a:pt x="8041" y="10774"/>
                  </a:cubicBezTo>
                  <a:cubicBezTo>
                    <a:pt x="8563" y="10478"/>
                    <a:pt x="8954" y="10003"/>
                    <a:pt x="9263" y="9493"/>
                  </a:cubicBezTo>
                  <a:cubicBezTo>
                    <a:pt x="9571" y="8983"/>
                    <a:pt x="9773" y="8414"/>
                    <a:pt x="9986" y="7857"/>
                  </a:cubicBezTo>
                  <a:cubicBezTo>
                    <a:pt x="9737" y="7643"/>
                    <a:pt x="9476" y="7430"/>
                    <a:pt x="9227" y="7216"/>
                  </a:cubicBezTo>
                  <a:cubicBezTo>
                    <a:pt x="9109" y="7086"/>
                    <a:pt x="8966" y="6979"/>
                    <a:pt x="8836" y="6861"/>
                  </a:cubicBezTo>
                  <a:cubicBezTo>
                    <a:pt x="8290" y="6351"/>
                    <a:pt x="7851" y="5710"/>
                    <a:pt x="7590" y="5010"/>
                  </a:cubicBezTo>
                  <a:cubicBezTo>
                    <a:pt x="7330" y="4323"/>
                    <a:pt x="7235" y="3587"/>
                    <a:pt x="7057" y="2876"/>
                  </a:cubicBezTo>
                  <a:cubicBezTo>
                    <a:pt x="6879" y="2152"/>
                    <a:pt x="6606" y="1441"/>
                    <a:pt x="6072" y="931"/>
                  </a:cubicBezTo>
                  <a:cubicBezTo>
                    <a:pt x="5645" y="516"/>
                    <a:pt x="5064" y="267"/>
                    <a:pt x="4471" y="148"/>
                  </a:cubicBezTo>
                  <a:cubicBezTo>
                    <a:pt x="3878" y="29"/>
                    <a:pt x="3274" y="18"/>
                    <a:pt x="2669" y="6"/>
                  </a:cubicBezTo>
                  <a:cubicBezTo>
                    <a:pt x="2578" y="3"/>
                    <a:pt x="2487" y="1"/>
                    <a:pt x="23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41"/>
            <p:cNvSpPr/>
            <p:nvPr/>
          </p:nvSpPr>
          <p:spPr>
            <a:xfrm>
              <a:off x="-3588086" y="1854376"/>
              <a:ext cx="732736" cy="846971"/>
            </a:xfrm>
            <a:custGeom>
              <a:rect b="b" l="l" r="r" t="t"/>
              <a:pathLst>
                <a:path extrusionOk="0" h="9323" w="8066">
                  <a:moveTo>
                    <a:pt x="999" y="1"/>
                  </a:moveTo>
                  <a:cubicBezTo>
                    <a:pt x="664" y="1"/>
                    <a:pt x="322" y="58"/>
                    <a:pt x="143" y="330"/>
                  </a:cubicBezTo>
                  <a:cubicBezTo>
                    <a:pt x="13" y="520"/>
                    <a:pt x="1" y="769"/>
                    <a:pt x="13" y="994"/>
                  </a:cubicBezTo>
                  <a:cubicBezTo>
                    <a:pt x="48" y="2512"/>
                    <a:pt x="546" y="4018"/>
                    <a:pt x="1400" y="5264"/>
                  </a:cubicBezTo>
                  <a:cubicBezTo>
                    <a:pt x="1887" y="5987"/>
                    <a:pt x="2503" y="6639"/>
                    <a:pt x="2788" y="7458"/>
                  </a:cubicBezTo>
                  <a:cubicBezTo>
                    <a:pt x="2907" y="7790"/>
                    <a:pt x="2978" y="8169"/>
                    <a:pt x="3179" y="8454"/>
                  </a:cubicBezTo>
                  <a:cubicBezTo>
                    <a:pt x="3416" y="8786"/>
                    <a:pt x="3808" y="8964"/>
                    <a:pt x="4187" y="9082"/>
                  </a:cubicBezTo>
                  <a:cubicBezTo>
                    <a:pt x="4694" y="9243"/>
                    <a:pt x="5221" y="9323"/>
                    <a:pt x="5748" y="9323"/>
                  </a:cubicBezTo>
                  <a:cubicBezTo>
                    <a:pt x="5924" y="9323"/>
                    <a:pt x="6100" y="9314"/>
                    <a:pt x="6275" y="9296"/>
                  </a:cubicBezTo>
                  <a:cubicBezTo>
                    <a:pt x="6927" y="9225"/>
                    <a:pt x="7639" y="8952"/>
                    <a:pt x="7876" y="8347"/>
                  </a:cubicBezTo>
                  <a:cubicBezTo>
                    <a:pt x="8066" y="7837"/>
                    <a:pt x="7852" y="7256"/>
                    <a:pt x="7508" y="6829"/>
                  </a:cubicBezTo>
                  <a:cubicBezTo>
                    <a:pt x="7164" y="6402"/>
                    <a:pt x="6713" y="6094"/>
                    <a:pt x="6322" y="5702"/>
                  </a:cubicBezTo>
                  <a:cubicBezTo>
                    <a:pt x="5800" y="5192"/>
                    <a:pt x="5421" y="4540"/>
                    <a:pt x="5195" y="3840"/>
                  </a:cubicBezTo>
                  <a:cubicBezTo>
                    <a:pt x="5077" y="3449"/>
                    <a:pt x="5006" y="3010"/>
                    <a:pt x="4733" y="2690"/>
                  </a:cubicBezTo>
                  <a:cubicBezTo>
                    <a:pt x="4365" y="2239"/>
                    <a:pt x="3713" y="2121"/>
                    <a:pt x="3333" y="1670"/>
                  </a:cubicBezTo>
                  <a:cubicBezTo>
                    <a:pt x="3025" y="1302"/>
                    <a:pt x="2954" y="757"/>
                    <a:pt x="2598" y="425"/>
                  </a:cubicBezTo>
                  <a:cubicBezTo>
                    <a:pt x="2254" y="93"/>
                    <a:pt x="1732" y="45"/>
                    <a:pt x="1258" y="10"/>
                  </a:cubicBezTo>
                  <a:cubicBezTo>
                    <a:pt x="1174" y="5"/>
                    <a:pt x="1087" y="1"/>
                    <a:pt x="9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41"/>
            <p:cNvSpPr/>
            <p:nvPr/>
          </p:nvSpPr>
          <p:spPr>
            <a:xfrm>
              <a:off x="-3289575" y="1784059"/>
              <a:ext cx="316768" cy="302250"/>
            </a:xfrm>
            <a:custGeom>
              <a:rect b="b" l="l" r="r" t="t"/>
              <a:pathLst>
                <a:path extrusionOk="0" h="3327" w="3487">
                  <a:moveTo>
                    <a:pt x="949" y="1"/>
                  </a:moveTo>
                  <a:cubicBezTo>
                    <a:pt x="629" y="1"/>
                    <a:pt x="297" y="131"/>
                    <a:pt x="142" y="392"/>
                  </a:cubicBezTo>
                  <a:cubicBezTo>
                    <a:pt x="0" y="641"/>
                    <a:pt x="36" y="950"/>
                    <a:pt x="107" y="1211"/>
                  </a:cubicBezTo>
                  <a:cubicBezTo>
                    <a:pt x="415" y="2290"/>
                    <a:pt x="1399" y="3144"/>
                    <a:pt x="2514" y="3310"/>
                  </a:cubicBezTo>
                  <a:cubicBezTo>
                    <a:pt x="2582" y="3320"/>
                    <a:pt x="2653" y="3326"/>
                    <a:pt x="2724" y="3326"/>
                  </a:cubicBezTo>
                  <a:cubicBezTo>
                    <a:pt x="2905" y="3326"/>
                    <a:pt x="3087" y="3286"/>
                    <a:pt x="3214" y="3168"/>
                  </a:cubicBezTo>
                  <a:cubicBezTo>
                    <a:pt x="3487" y="2907"/>
                    <a:pt x="3380" y="2468"/>
                    <a:pt x="3238" y="2124"/>
                  </a:cubicBezTo>
                  <a:cubicBezTo>
                    <a:pt x="3036" y="1614"/>
                    <a:pt x="2787" y="1104"/>
                    <a:pt x="2408" y="701"/>
                  </a:cubicBezTo>
                  <a:cubicBezTo>
                    <a:pt x="2028" y="286"/>
                    <a:pt x="1494" y="1"/>
                    <a:pt x="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41"/>
            <p:cNvSpPr/>
            <p:nvPr/>
          </p:nvSpPr>
          <p:spPr>
            <a:xfrm>
              <a:off x="-3160305" y="2020993"/>
              <a:ext cx="365278" cy="522827"/>
            </a:xfrm>
            <a:custGeom>
              <a:rect b="b" l="l" r="r" t="t"/>
              <a:pathLst>
                <a:path extrusionOk="0" h="5755" w="4021">
                  <a:moveTo>
                    <a:pt x="101" y="1"/>
                  </a:moveTo>
                  <a:cubicBezTo>
                    <a:pt x="68" y="1"/>
                    <a:pt x="34" y="5"/>
                    <a:pt x="0" y="14"/>
                  </a:cubicBezTo>
                  <a:lnTo>
                    <a:pt x="24" y="109"/>
                  </a:lnTo>
                  <a:cubicBezTo>
                    <a:pt x="51" y="102"/>
                    <a:pt x="78" y="98"/>
                    <a:pt x="105" y="98"/>
                  </a:cubicBezTo>
                  <a:cubicBezTo>
                    <a:pt x="254" y="98"/>
                    <a:pt x="394" y="202"/>
                    <a:pt x="475" y="322"/>
                  </a:cubicBezTo>
                  <a:cubicBezTo>
                    <a:pt x="569" y="465"/>
                    <a:pt x="617" y="631"/>
                    <a:pt x="652" y="797"/>
                  </a:cubicBezTo>
                  <a:lnTo>
                    <a:pt x="664" y="856"/>
                  </a:lnTo>
                  <a:cubicBezTo>
                    <a:pt x="1020" y="2244"/>
                    <a:pt x="1827" y="3501"/>
                    <a:pt x="2965" y="4378"/>
                  </a:cubicBezTo>
                  <a:cubicBezTo>
                    <a:pt x="3013" y="4414"/>
                    <a:pt x="3060" y="4438"/>
                    <a:pt x="3107" y="4473"/>
                  </a:cubicBezTo>
                  <a:cubicBezTo>
                    <a:pt x="3285" y="4616"/>
                    <a:pt x="3487" y="4770"/>
                    <a:pt x="3629" y="4948"/>
                  </a:cubicBezTo>
                  <a:cubicBezTo>
                    <a:pt x="3843" y="5197"/>
                    <a:pt x="3926" y="5481"/>
                    <a:pt x="3866" y="5730"/>
                  </a:cubicBezTo>
                  <a:lnTo>
                    <a:pt x="3950" y="5754"/>
                  </a:lnTo>
                  <a:cubicBezTo>
                    <a:pt x="4021" y="5481"/>
                    <a:pt x="3926" y="5161"/>
                    <a:pt x="3700" y="4888"/>
                  </a:cubicBezTo>
                  <a:cubicBezTo>
                    <a:pt x="3546" y="4699"/>
                    <a:pt x="3345" y="4544"/>
                    <a:pt x="3155" y="4402"/>
                  </a:cubicBezTo>
                  <a:cubicBezTo>
                    <a:pt x="3107" y="4367"/>
                    <a:pt x="3060" y="4331"/>
                    <a:pt x="3024" y="4295"/>
                  </a:cubicBezTo>
                  <a:cubicBezTo>
                    <a:pt x="1910" y="3430"/>
                    <a:pt x="1103" y="2208"/>
                    <a:pt x="759" y="832"/>
                  </a:cubicBezTo>
                  <a:lnTo>
                    <a:pt x="747" y="773"/>
                  </a:lnTo>
                  <a:cubicBezTo>
                    <a:pt x="700" y="607"/>
                    <a:pt x="652" y="417"/>
                    <a:pt x="558" y="263"/>
                  </a:cubicBezTo>
                  <a:cubicBezTo>
                    <a:pt x="457" y="132"/>
                    <a:pt x="288" y="1"/>
                    <a:pt x="1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41"/>
            <p:cNvSpPr/>
            <p:nvPr/>
          </p:nvSpPr>
          <p:spPr>
            <a:xfrm>
              <a:off x="-3283125" y="1748355"/>
              <a:ext cx="415968" cy="317058"/>
            </a:xfrm>
            <a:custGeom>
              <a:rect b="b" l="l" r="r" t="t"/>
              <a:pathLst>
                <a:path extrusionOk="0" h="3490" w="4579">
                  <a:moveTo>
                    <a:pt x="1422" y="0"/>
                  </a:moveTo>
                  <a:cubicBezTo>
                    <a:pt x="1000" y="0"/>
                    <a:pt x="562" y="146"/>
                    <a:pt x="309" y="477"/>
                  </a:cubicBezTo>
                  <a:cubicBezTo>
                    <a:pt x="0" y="880"/>
                    <a:pt x="36" y="1485"/>
                    <a:pt x="297" y="1924"/>
                  </a:cubicBezTo>
                  <a:cubicBezTo>
                    <a:pt x="558" y="2363"/>
                    <a:pt x="1008" y="2659"/>
                    <a:pt x="1471" y="2849"/>
                  </a:cubicBezTo>
                  <a:cubicBezTo>
                    <a:pt x="2194" y="3157"/>
                    <a:pt x="2989" y="3252"/>
                    <a:pt x="3736" y="3489"/>
                  </a:cubicBezTo>
                  <a:cubicBezTo>
                    <a:pt x="4258" y="2825"/>
                    <a:pt x="4578" y="2007"/>
                    <a:pt x="4554" y="1046"/>
                  </a:cubicBezTo>
                  <a:cubicBezTo>
                    <a:pt x="3985" y="821"/>
                    <a:pt x="3404" y="596"/>
                    <a:pt x="2823" y="358"/>
                  </a:cubicBezTo>
                  <a:cubicBezTo>
                    <a:pt x="2408" y="192"/>
                    <a:pt x="1969" y="26"/>
                    <a:pt x="1518" y="3"/>
                  </a:cubicBezTo>
                  <a:cubicBezTo>
                    <a:pt x="1486" y="1"/>
                    <a:pt x="1454" y="0"/>
                    <a:pt x="14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41"/>
            <p:cNvSpPr/>
            <p:nvPr/>
          </p:nvSpPr>
          <p:spPr>
            <a:xfrm>
              <a:off x="-3721625" y="1916608"/>
              <a:ext cx="1205662" cy="899754"/>
            </a:xfrm>
            <a:custGeom>
              <a:rect b="b" l="l" r="r" t="t"/>
              <a:pathLst>
                <a:path extrusionOk="0" h="9904" w="13272">
                  <a:moveTo>
                    <a:pt x="2322" y="0"/>
                  </a:moveTo>
                  <a:cubicBezTo>
                    <a:pt x="1720" y="0"/>
                    <a:pt x="1127" y="59"/>
                    <a:pt x="534" y="285"/>
                  </a:cubicBezTo>
                  <a:cubicBezTo>
                    <a:pt x="261" y="1661"/>
                    <a:pt x="0" y="3582"/>
                    <a:pt x="48" y="4994"/>
                  </a:cubicBezTo>
                  <a:cubicBezTo>
                    <a:pt x="95" y="6393"/>
                    <a:pt x="368" y="7804"/>
                    <a:pt x="985" y="9050"/>
                  </a:cubicBezTo>
                  <a:cubicBezTo>
                    <a:pt x="1115" y="9311"/>
                    <a:pt x="1257" y="9572"/>
                    <a:pt x="1483" y="9749"/>
                  </a:cubicBezTo>
                  <a:cubicBezTo>
                    <a:pt x="1566" y="9809"/>
                    <a:pt x="1672" y="9856"/>
                    <a:pt x="1767" y="9904"/>
                  </a:cubicBezTo>
                  <a:lnTo>
                    <a:pt x="8978" y="9904"/>
                  </a:lnTo>
                  <a:cubicBezTo>
                    <a:pt x="8990" y="9904"/>
                    <a:pt x="9002" y="9904"/>
                    <a:pt x="9026" y="9892"/>
                  </a:cubicBezTo>
                  <a:cubicBezTo>
                    <a:pt x="9156" y="9880"/>
                    <a:pt x="12927" y="9856"/>
                    <a:pt x="13046" y="9773"/>
                  </a:cubicBezTo>
                  <a:cubicBezTo>
                    <a:pt x="13165" y="9702"/>
                    <a:pt x="13271" y="9572"/>
                    <a:pt x="13259" y="9417"/>
                  </a:cubicBezTo>
                  <a:cubicBezTo>
                    <a:pt x="13248" y="9168"/>
                    <a:pt x="9346" y="9038"/>
                    <a:pt x="9132" y="8919"/>
                  </a:cubicBezTo>
                  <a:cubicBezTo>
                    <a:pt x="8646" y="8646"/>
                    <a:pt x="8338" y="8113"/>
                    <a:pt x="8077" y="7603"/>
                  </a:cubicBezTo>
                  <a:cubicBezTo>
                    <a:pt x="7092" y="5682"/>
                    <a:pt x="6369" y="3618"/>
                    <a:pt x="5942" y="1483"/>
                  </a:cubicBezTo>
                  <a:cubicBezTo>
                    <a:pt x="5859" y="1092"/>
                    <a:pt x="5776" y="653"/>
                    <a:pt x="5479" y="380"/>
                  </a:cubicBezTo>
                  <a:cubicBezTo>
                    <a:pt x="5213" y="125"/>
                    <a:pt x="4833" y="70"/>
                    <a:pt x="4475" y="70"/>
                  </a:cubicBezTo>
                  <a:cubicBezTo>
                    <a:pt x="4434" y="70"/>
                    <a:pt x="4393" y="71"/>
                    <a:pt x="4353" y="72"/>
                  </a:cubicBezTo>
                  <a:cubicBezTo>
                    <a:pt x="3657" y="72"/>
                    <a:pt x="2984" y="0"/>
                    <a:pt x="2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41"/>
            <p:cNvSpPr/>
            <p:nvPr/>
          </p:nvSpPr>
          <p:spPr>
            <a:xfrm>
              <a:off x="-3367155" y="1940319"/>
              <a:ext cx="482737" cy="840521"/>
            </a:xfrm>
            <a:custGeom>
              <a:rect b="b" l="l" r="r" t="t"/>
              <a:pathLst>
                <a:path extrusionOk="0" h="9252" w="5314">
                  <a:moveTo>
                    <a:pt x="36" y="1"/>
                  </a:moveTo>
                  <a:lnTo>
                    <a:pt x="0" y="107"/>
                  </a:lnTo>
                  <a:cubicBezTo>
                    <a:pt x="498" y="321"/>
                    <a:pt x="700" y="487"/>
                    <a:pt x="878" y="997"/>
                  </a:cubicBezTo>
                  <a:cubicBezTo>
                    <a:pt x="1056" y="1507"/>
                    <a:pt x="1210" y="2183"/>
                    <a:pt x="1376" y="2835"/>
                  </a:cubicBezTo>
                  <a:cubicBezTo>
                    <a:pt x="1530" y="3487"/>
                    <a:pt x="1696" y="4175"/>
                    <a:pt x="1874" y="4685"/>
                  </a:cubicBezTo>
                  <a:cubicBezTo>
                    <a:pt x="2384" y="6203"/>
                    <a:pt x="2906" y="7354"/>
                    <a:pt x="3463" y="8208"/>
                  </a:cubicBezTo>
                  <a:cubicBezTo>
                    <a:pt x="4021" y="9061"/>
                    <a:pt x="4210" y="9251"/>
                    <a:pt x="5112" y="9251"/>
                  </a:cubicBezTo>
                  <a:lnTo>
                    <a:pt x="5313" y="9251"/>
                  </a:lnTo>
                  <a:lnTo>
                    <a:pt x="5313" y="9133"/>
                  </a:lnTo>
                  <a:cubicBezTo>
                    <a:pt x="5235" y="9134"/>
                    <a:pt x="5162" y="9136"/>
                    <a:pt x="5093" y="9136"/>
                  </a:cubicBezTo>
                  <a:cubicBezTo>
                    <a:pt x="4257" y="9136"/>
                    <a:pt x="4095" y="8980"/>
                    <a:pt x="3558" y="8136"/>
                  </a:cubicBezTo>
                  <a:cubicBezTo>
                    <a:pt x="3001" y="7294"/>
                    <a:pt x="2491" y="6156"/>
                    <a:pt x="1969" y="4650"/>
                  </a:cubicBezTo>
                  <a:cubicBezTo>
                    <a:pt x="1803" y="4140"/>
                    <a:pt x="1637" y="3464"/>
                    <a:pt x="1483" y="2811"/>
                  </a:cubicBezTo>
                  <a:cubicBezTo>
                    <a:pt x="1317" y="2147"/>
                    <a:pt x="1162" y="1471"/>
                    <a:pt x="984" y="961"/>
                  </a:cubicBezTo>
                  <a:cubicBezTo>
                    <a:pt x="795" y="404"/>
                    <a:pt x="546" y="214"/>
                    <a:pt x="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41"/>
            <p:cNvSpPr/>
            <p:nvPr/>
          </p:nvSpPr>
          <p:spPr>
            <a:xfrm>
              <a:off x="-3612795" y="3423976"/>
              <a:ext cx="114280" cy="114286"/>
            </a:xfrm>
            <a:custGeom>
              <a:rect b="b" l="l" r="r" t="t"/>
              <a:pathLst>
                <a:path extrusionOk="0" h="1258" w="1258">
                  <a:moveTo>
                    <a:pt x="629" y="1"/>
                  </a:moveTo>
                  <a:cubicBezTo>
                    <a:pt x="273" y="1"/>
                    <a:pt x="0" y="273"/>
                    <a:pt x="0" y="629"/>
                  </a:cubicBezTo>
                  <a:cubicBezTo>
                    <a:pt x="0" y="973"/>
                    <a:pt x="273" y="1258"/>
                    <a:pt x="629" y="1258"/>
                  </a:cubicBezTo>
                  <a:cubicBezTo>
                    <a:pt x="973" y="1258"/>
                    <a:pt x="1257" y="973"/>
                    <a:pt x="1257" y="629"/>
                  </a:cubicBezTo>
                  <a:cubicBezTo>
                    <a:pt x="1257" y="273"/>
                    <a:pt x="973" y="1"/>
                    <a:pt x="6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41"/>
            <p:cNvSpPr/>
            <p:nvPr/>
          </p:nvSpPr>
          <p:spPr>
            <a:xfrm>
              <a:off x="-2569916" y="3425066"/>
              <a:ext cx="114280" cy="114286"/>
            </a:xfrm>
            <a:custGeom>
              <a:rect b="b" l="l" r="r" t="t"/>
              <a:pathLst>
                <a:path extrusionOk="0" h="1258" w="1258">
                  <a:moveTo>
                    <a:pt x="629" y="0"/>
                  </a:moveTo>
                  <a:cubicBezTo>
                    <a:pt x="285" y="0"/>
                    <a:pt x="0" y="285"/>
                    <a:pt x="0" y="629"/>
                  </a:cubicBezTo>
                  <a:cubicBezTo>
                    <a:pt x="0" y="973"/>
                    <a:pt x="285" y="1258"/>
                    <a:pt x="629" y="1258"/>
                  </a:cubicBezTo>
                  <a:cubicBezTo>
                    <a:pt x="973" y="1258"/>
                    <a:pt x="1257" y="973"/>
                    <a:pt x="1257" y="629"/>
                  </a:cubicBezTo>
                  <a:cubicBezTo>
                    <a:pt x="1257" y="285"/>
                    <a:pt x="973" y="0"/>
                    <a:pt x="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41"/>
            <p:cNvSpPr/>
            <p:nvPr/>
          </p:nvSpPr>
          <p:spPr>
            <a:xfrm>
              <a:off x="-3577275" y="2808746"/>
              <a:ext cx="1082843" cy="744586"/>
            </a:xfrm>
            <a:custGeom>
              <a:rect b="b" l="l" r="r" t="t"/>
              <a:pathLst>
                <a:path extrusionOk="0" h="8196" w="11920">
                  <a:moveTo>
                    <a:pt x="5705" y="1"/>
                  </a:moveTo>
                  <a:lnTo>
                    <a:pt x="5705" y="2005"/>
                  </a:lnTo>
                  <a:lnTo>
                    <a:pt x="5575" y="2005"/>
                  </a:lnTo>
                  <a:lnTo>
                    <a:pt x="5575" y="5480"/>
                  </a:lnTo>
                  <a:lnTo>
                    <a:pt x="5444" y="5480"/>
                  </a:lnTo>
                  <a:cubicBezTo>
                    <a:pt x="5444" y="5480"/>
                    <a:pt x="5029" y="6013"/>
                    <a:pt x="4009" y="6132"/>
                  </a:cubicBezTo>
                  <a:cubicBezTo>
                    <a:pt x="3167" y="6239"/>
                    <a:pt x="985" y="6417"/>
                    <a:pt x="250" y="6476"/>
                  </a:cubicBezTo>
                  <a:cubicBezTo>
                    <a:pt x="107" y="6488"/>
                    <a:pt x="0" y="6606"/>
                    <a:pt x="0" y="6749"/>
                  </a:cubicBezTo>
                  <a:lnTo>
                    <a:pt x="0" y="6891"/>
                  </a:lnTo>
                  <a:lnTo>
                    <a:pt x="5219" y="6464"/>
                  </a:lnTo>
                  <a:lnTo>
                    <a:pt x="5219" y="6464"/>
                  </a:lnTo>
                  <a:cubicBezTo>
                    <a:pt x="5124" y="6547"/>
                    <a:pt x="5029" y="6630"/>
                    <a:pt x="4922" y="6701"/>
                  </a:cubicBezTo>
                  <a:cubicBezTo>
                    <a:pt x="4839" y="6749"/>
                    <a:pt x="4744" y="6808"/>
                    <a:pt x="4685" y="6891"/>
                  </a:cubicBezTo>
                  <a:cubicBezTo>
                    <a:pt x="4661" y="6939"/>
                    <a:pt x="4638" y="6974"/>
                    <a:pt x="4614" y="7022"/>
                  </a:cubicBezTo>
                  <a:lnTo>
                    <a:pt x="4306" y="7022"/>
                  </a:lnTo>
                  <a:lnTo>
                    <a:pt x="4306" y="8196"/>
                  </a:lnTo>
                  <a:lnTo>
                    <a:pt x="5349" y="8196"/>
                  </a:lnTo>
                  <a:lnTo>
                    <a:pt x="5349" y="7022"/>
                  </a:lnTo>
                  <a:lnTo>
                    <a:pt x="5017" y="7022"/>
                  </a:lnTo>
                  <a:cubicBezTo>
                    <a:pt x="5029" y="6998"/>
                    <a:pt x="5029" y="6962"/>
                    <a:pt x="5029" y="6939"/>
                  </a:cubicBezTo>
                  <a:cubicBezTo>
                    <a:pt x="5432" y="6879"/>
                    <a:pt x="5824" y="6689"/>
                    <a:pt x="6132" y="6429"/>
                  </a:cubicBezTo>
                  <a:lnTo>
                    <a:pt x="11920" y="6891"/>
                  </a:lnTo>
                  <a:lnTo>
                    <a:pt x="11920" y="6749"/>
                  </a:lnTo>
                  <a:cubicBezTo>
                    <a:pt x="11920" y="6606"/>
                    <a:pt x="11813" y="6488"/>
                    <a:pt x="11670" y="6476"/>
                  </a:cubicBezTo>
                  <a:cubicBezTo>
                    <a:pt x="10935" y="6417"/>
                    <a:pt x="8753" y="6239"/>
                    <a:pt x="7911" y="6132"/>
                  </a:cubicBezTo>
                  <a:cubicBezTo>
                    <a:pt x="6891" y="6013"/>
                    <a:pt x="6476" y="5480"/>
                    <a:pt x="6476" y="5480"/>
                  </a:cubicBezTo>
                  <a:lnTo>
                    <a:pt x="6345" y="5480"/>
                  </a:lnTo>
                  <a:lnTo>
                    <a:pt x="6345" y="2005"/>
                  </a:lnTo>
                  <a:lnTo>
                    <a:pt x="6215" y="2005"/>
                  </a:lnTo>
                  <a:lnTo>
                    <a:pt x="62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41"/>
            <p:cNvSpPr/>
            <p:nvPr/>
          </p:nvSpPr>
          <p:spPr>
            <a:xfrm>
              <a:off x="-3412486" y="2808746"/>
              <a:ext cx="760806" cy="44243"/>
            </a:xfrm>
            <a:custGeom>
              <a:rect b="b" l="l" r="r" t="t"/>
              <a:pathLst>
                <a:path extrusionOk="0" h="487" w="8375">
                  <a:moveTo>
                    <a:pt x="48" y="1"/>
                  </a:moveTo>
                  <a:cubicBezTo>
                    <a:pt x="13" y="48"/>
                    <a:pt x="1" y="107"/>
                    <a:pt x="1" y="167"/>
                  </a:cubicBezTo>
                  <a:cubicBezTo>
                    <a:pt x="1" y="345"/>
                    <a:pt x="143" y="487"/>
                    <a:pt x="309" y="487"/>
                  </a:cubicBezTo>
                  <a:lnTo>
                    <a:pt x="8066" y="487"/>
                  </a:lnTo>
                  <a:cubicBezTo>
                    <a:pt x="8244" y="487"/>
                    <a:pt x="8374" y="345"/>
                    <a:pt x="8374" y="167"/>
                  </a:cubicBezTo>
                  <a:cubicBezTo>
                    <a:pt x="8374" y="107"/>
                    <a:pt x="8362" y="48"/>
                    <a:pt x="8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41"/>
            <p:cNvSpPr/>
            <p:nvPr/>
          </p:nvSpPr>
          <p:spPr>
            <a:xfrm>
              <a:off x="-3248696" y="1452823"/>
              <a:ext cx="35701" cy="90030"/>
            </a:xfrm>
            <a:custGeom>
              <a:rect b="b" l="l" r="r" t="t"/>
              <a:pathLst>
                <a:path extrusionOk="0" h="991" w="393">
                  <a:moveTo>
                    <a:pt x="217" y="1"/>
                  </a:moveTo>
                  <a:cubicBezTo>
                    <a:pt x="158" y="1"/>
                    <a:pt x="106" y="53"/>
                    <a:pt x="96" y="113"/>
                  </a:cubicBezTo>
                  <a:cubicBezTo>
                    <a:pt x="84" y="184"/>
                    <a:pt x="107" y="255"/>
                    <a:pt x="155" y="314"/>
                  </a:cubicBezTo>
                  <a:cubicBezTo>
                    <a:pt x="167" y="338"/>
                    <a:pt x="179" y="362"/>
                    <a:pt x="167" y="386"/>
                  </a:cubicBezTo>
                  <a:cubicBezTo>
                    <a:pt x="155" y="409"/>
                    <a:pt x="131" y="409"/>
                    <a:pt x="107" y="409"/>
                  </a:cubicBezTo>
                  <a:cubicBezTo>
                    <a:pt x="60" y="421"/>
                    <a:pt x="36" y="445"/>
                    <a:pt x="24" y="492"/>
                  </a:cubicBezTo>
                  <a:cubicBezTo>
                    <a:pt x="1" y="528"/>
                    <a:pt x="1" y="563"/>
                    <a:pt x="1" y="611"/>
                  </a:cubicBezTo>
                  <a:cubicBezTo>
                    <a:pt x="1" y="682"/>
                    <a:pt x="1" y="753"/>
                    <a:pt x="24" y="824"/>
                  </a:cubicBezTo>
                  <a:cubicBezTo>
                    <a:pt x="36" y="896"/>
                    <a:pt x="84" y="955"/>
                    <a:pt x="155" y="990"/>
                  </a:cubicBezTo>
                  <a:cubicBezTo>
                    <a:pt x="143" y="931"/>
                    <a:pt x="155" y="872"/>
                    <a:pt x="202" y="836"/>
                  </a:cubicBezTo>
                  <a:cubicBezTo>
                    <a:pt x="250" y="813"/>
                    <a:pt x="309" y="836"/>
                    <a:pt x="345" y="789"/>
                  </a:cubicBezTo>
                  <a:cubicBezTo>
                    <a:pt x="392" y="729"/>
                    <a:pt x="273" y="646"/>
                    <a:pt x="309" y="563"/>
                  </a:cubicBezTo>
                  <a:cubicBezTo>
                    <a:pt x="321" y="540"/>
                    <a:pt x="368" y="528"/>
                    <a:pt x="380" y="492"/>
                  </a:cubicBezTo>
                  <a:cubicBezTo>
                    <a:pt x="392" y="469"/>
                    <a:pt x="392" y="445"/>
                    <a:pt x="392" y="409"/>
                  </a:cubicBezTo>
                  <a:cubicBezTo>
                    <a:pt x="380" y="338"/>
                    <a:pt x="368" y="267"/>
                    <a:pt x="356" y="184"/>
                  </a:cubicBezTo>
                  <a:cubicBezTo>
                    <a:pt x="345" y="113"/>
                    <a:pt x="321" y="30"/>
                    <a:pt x="250" y="6"/>
                  </a:cubicBezTo>
                  <a:cubicBezTo>
                    <a:pt x="239" y="2"/>
                    <a:pt x="228" y="1"/>
                    <a:pt x="217" y="1"/>
                  </a:cubicBezTo>
                  <a:close/>
                </a:path>
              </a:pathLst>
            </a:custGeom>
            <a:solidFill>
              <a:srgbClr val="885D39">
                <a:alpha val="42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41"/>
            <p:cNvSpPr/>
            <p:nvPr/>
          </p:nvSpPr>
          <p:spPr>
            <a:xfrm>
              <a:off x="-2907125" y="1464724"/>
              <a:ext cx="106740" cy="94300"/>
            </a:xfrm>
            <a:custGeom>
              <a:rect b="b" l="l" r="r" t="t"/>
              <a:pathLst>
                <a:path extrusionOk="0" h="1038" w="1175">
                  <a:moveTo>
                    <a:pt x="543" y="0"/>
                  </a:moveTo>
                  <a:cubicBezTo>
                    <a:pt x="473" y="0"/>
                    <a:pt x="406" y="50"/>
                    <a:pt x="356" y="100"/>
                  </a:cubicBezTo>
                  <a:cubicBezTo>
                    <a:pt x="297" y="172"/>
                    <a:pt x="83" y="314"/>
                    <a:pt x="0" y="349"/>
                  </a:cubicBezTo>
                  <a:cubicBezTo>
                    <a:pt x="131" y="397"/>
                    <a:pt x="226" y="504"/>
                    <a:pt x="273" y="634"/>
                  </a:cubicBezTo>
                  <a:cubicBezTo>
                    <a:pt x="332" y="753"/>
                    <a:pt x="332" y="895"/>
                    <a:pt x="332" y="1037"/>
                  </a:cubicBezTo>
                  <a:cubicBezTo>
                    <a:pt x="558" y="824"/>
                    <a:pt x="854" y="682"/>
                    <a:pt x="1174" y="646"/>
                  </a:cubicBezTo>
                  <a:cubicBezTo>
                    <a:pt x="1163" y="551"/>
                    <a:pt x="1163" y="456"/>
                    <a:pt x="1139" y="373"/>
                  </a:cubicBezTo>
                  <a:cubicBezTo>
                    <a:pt x="1103" y="290"/>
                    <a:pt x="1056" y="207"/>
                    <a:pt x="973" y="172"/>
                  </a:cubicBezTo>
                  <a:cubicBezTo>
                    <a:pt x="890" y="124"/>
                    <a:pt x="783" y="136"/>
                    <a:pt x="700" y="89"/>
                  </a:cubicBezTo>
                  <a:cubicBezTo>
                    <a:pt x="664" y="65"/>
                    <a:pt x="629" y="17"/>
                    <a:pt x="581" y="6"/>
                  </a:cubicBezTo>
                  <a:cubicBezTo>
                    <a:pt x="569" y="2"/>
                    <a:pt x="556" y="0"/>
                    <a:pt x="543" y="0"/>
                  </a:cubicBezTo>
                  <a:close/>
                </a:path>
              </a:pathLst>
            </a:custGeom>
            <a:solidFill>
              <a:srgbClr val="885D39">
                <a:alpha val="42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3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43"/>
          <p:cNvSpPr txBox="1"/>
          <p:nvPr>
            <p:ph type="ctrTitle"/>
          </p:nvPr>
        </p:nvSpPr>
        <p:spPr>
          <a:xfrm>
            <a:off x="713225" y="875949"/>
            <a:ext cx="4280400" cy="25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415" name="Google Shape;415;p43"/>
          <p:cNvSpPr txBox="1"/>
          <p:nvPr>
            <p:ph idx="1" type="subTitle"/>
          </p:nvPr>
        </p:nvSpPr>
        <p:spPr>
          <a:xfrm>
            <a:off x="713225" y="3594081"/>
            <a:ext cx="4280400" cy="4758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4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4"/>
          <p:cNvSpPr txBox="1"/>
          <p:nvPr>
            <p:ph type="title"/>
          </p:nvPr>
        </p:nvSpPr>
        <p:spPr>
          <a:xfrm>
            <a:off x="713225" y="2409063"/>
            <a:ext cx="4636500" cy="8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9" name="Google Shape;419;p44"/>
          <p:cNvSpPr txBox="1"/>
          <p:nvPr>
            <p:ph hasCustomPrompt="1" idx="2" type="title"/>
          </p:nvPr>
        </p:nvSpPr>
        <p:spPr>
          <a:xfrm>
            <a:off x="713225" y="1387763"/>
            <a:ext cx="1652100" cy="915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0" name="Google Shape;420;p44"/>
          <p:cNvSpPr txBox="1"/>
          <p:nvPr>
            <p:ph idx="1" type="subTitle"/>
          </p:nvPr>
        </p:nvSpPr>
        <p:spPr>
          <a:xfrm>
            <a:off x="713225" y="3280238"/>
            <a:ext cx="46365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5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4" name="Google Shape;424;p45"/>
          <p:cNvSpPr txBox="1"/>
          <p:nvPr>
            <p:ph idx="1" type="body"/>
          </p:nvPr>
        </p:nvSpPr>
        <p:spPr>
          <a:xfrm>
            <a:off x="720000" y="1215750"/>
            <a:ext cx="6887400" cy="11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6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8" name="Google Shape;428;p46"/>
          <p:cNvSpPr txBox="1"/>
          <p:nvPr>
            <p:ph idx="1" type="subTitle"/>
          </p:nvPr>
        </p:nvSpPr>
        <p:spPr>
          <a:xfrm>
            <a:off x="5055275" y="36190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29" name="Google Shape;429;p46"/>
          <p:cNvSpPr txBox="1"/>
          <p:nvPr>
            <p:ph idx="2" type="subTitle"/>
          </p:nvPr>
        </p:nvSpPr>
        <p:spPr>
          <a:xfrm>
            <a:off x="1583075" y="36190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0" name="Google Shape;430;p46"/>
          <p:cNvSpPr txBox="1"/>
          <p:nvPr>
            <p:ph idx="3" type="subTitle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31" name="Google Shape;431;p46"/>
          <p:cNvSpPr txBox="1"/>
          <p:nvPr>
            <p:ph idx="4" type="subTitle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7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8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48"/>
          <p:cNvSpPr txBox="1"/>
          <p:nvPr>
            <p:ph type="title"/>
          </p:nvPr>
        </p:nvSpPr>
        <p:spPr>
          <a:xfrm>
            <a:off x="3644018" y="921738"/>
            <a:ext cx="4450500" cy="12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8" name="Google Shape;438;p48"/>
          <p:cNvSpPr txBox="1"/>
          <p:nvPr>
            <p:ph idx="1" type="subTitle"/>
          </p:nvPr>
        </p:nvSpPr>
        <p:spPr>
          <a:xfrm>
            <a:off x="3644018" y="2099563"/>
            <a:ext cx="4450500" cy="21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9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9"/>
          <p:cNvSpPr txBox="1"/>
          <p:nvPr>
            <p:ph type="title"/>
          </p:nvPr>
        </p:nvSpPr>
        <p:spPr>
          <a:xfrm>
            <a:off x="713225" y="1307100"/>
            <a:ext cx="42837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0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50"/>
          <p:cNvSpPr txBox="1"/>
          <p:nvPr>
            <p:ph type="title"/>
          </p:nvPr>
        </p:nvSpPr>
        <p:spPr>
          <a:xfrm>
            <a:off x="3433325" y="1655500"/>
            <a:ext cx="49974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45" name="Google Shape;445;p50"/>
          <p:cNvSpPr txBox="1"/>
          <p:nvPr>
            <p:ph idx="1" type="subTitle"/>
          </p:nvPr>
        </p:nvSpPr>
        <p:spPr>
          <a:xfrm>
            <a:off x="3433325" y="2816925"/>
            <a:ext cx="4997400" cy="6711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1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51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2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52"/>
          <p:cNvSpPr txBox="1"/>
          <p:nvPr>
            <p:ph hasCustomPrompt="1" type="title"/>
          </p:nvPr>
        </p:nvSpPr>
        <p:spPr>
          <a:xfrm>
            <a:off x="713225" y="1779350"/>
            <a:ext cx="4918200" cy="10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52" name="Google Shape;452;p52"/>
          <p:cNvSpPr txBox="1"/>
          <p:nvPr>
            <p:ph idx="1" type="subTitle"/>
          </p:nvPr>
        </p:nvSpPr>
        <p:spPr>
          <a:xfrm>
            <a:off x="713225" y="2867050"/>
            <a:ext cx="49182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4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57" name="Google Shape;457;p54"/>
          <p:cNvSpPr txBox="1"/>
          <p:nvPr>
            <p:ph idx="1" type="subTitle"/>
          </p:nvPr>
        </p:nvSpPr>
        <p:spPr>
          <a:xfrm>
            <a:off x="720000" y="2285397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8" name="Google Shape;458;p54"/>
          <p:cNvSpPr txBox="1"/>
          <p:nvPr>
            <p:ph idx="2" type="subTitle"/>
          </p:nvPr>
        </p:nvSpPr>
        <p:spPr>
          <a:xfrm>
            <a:off x="3346528" y="2285397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9" name="Google Shape;459;p54"/>
          <p:cNvSpPr txBox="1"/>
          <p:nvPr>
            <p:ph idx="3" type="subTitle"/>
          </p:nvPr>
        </p:nvSpPr>
        <p:spPr>
          <a:xfrm>
            <a:off x="720000" y="4018576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0" name="Google Shape;460;p54"/>
          <p:cNvSpPr txBox="1"/>
          <p:nvPr>
            <p:ph idx="4" type="subTitle"/>
          </p:nvPr>
        </p:nvSpPr>
        <p:spPr>
          <a:xfrm>
            <a:off x="3346528" y="4018576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4"/>
          <p:cNvSpPr txBox="1"/>
          <p:nvPr>
            <p:ph idx="5" type="subTitle"/>
          </p:nvPr>
        </p:nvSpPr>
        <p:spPr>
          <a:xfrm>
            <a:off x="5973063" y="2285397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2" name="Google Shape;462;p54"/>
          <p:cNvSpPr txBox="1"/>
          <p:nvPr>
            <p:ph idx="6" type="subTitle"/>
          </p:nvPr>
        </p:nvSpPr>
        <p:spPr>
          <a:xfrm>
            <a:off x="5973063" y="4018576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54"/>
          <p:cNvSpPr txBox="1"/>
          <p:nvPr>
            <p:ph hasCustomPrompt="1" idx="7" type="title"/>
          </p:nvPr>
        </p:nvSpPr>
        <p:spPr>
          <a:xfrm>
            <a:off x="720000" y="1408225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4" name="Google Shape;464;p54"/>
          <p:cNvSpPr txBox="1"/>
          <p:nvPr>
            <p:ph hasCustomPrompt="1" idx="8" type="title"/>
          </p:nvPr>
        </p:nvSpPr>
        <p:spPr>
          <a:xfrm>
            <a:off x="720000" y="3140819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5" name="Google Shape;465;p54"/>
          <p:cNvSpPr txBox="1"/>
          <p:nvPr>
            <p:ph hasCustomPrompt="1" idx="9" type="title"/>
          </p:nvPr>
        </p:nvSpPr>
        <p:spPr>
          <a:xfrm>
            <a:off x="3346528" y="1408225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6" name="Google Shape;466;p54"/>
          <p:cNvSpPr txBox="1"/>
          <p:nvPr>
            <p:ph hasCustomPrompt="1" idx="13" type="title"/>
          </p:nvPr>
        </p:nvSpPr>
        <p:spPr>
          <a:xfrm>
            <a:off x="3346528" y="3140819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7" name="Google Shape;467;p54"/>
          <p:cNvSpPr txBox="1"/>
          <p:nvPr>
            <p:ph hasCustomPrompt="1" idx="14" type="title"/>
          </p:nvPr>
        </p:nvSpPr>
        <p:spPr>
          <a:xfrm>
            <a:off x="5973063" y="1408225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8" name="Google Shape;468;p54"/>
          <p:cNvSpPr txBox="1"/>
          <p:nvPr>
            <p:ph hasCustomPrompt="1" idx="15" type="title"/>
          </p:nvPr>
        </p:nvSpPr>
        <p:spPr>
          <a:xfrm>
            <a:off x="5973063" y="3140819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9" name="Google Shape;469;p54"/>
          <p:cNvSpPr txBox="1"/>
          <p:nvPr>
            <p:ph idx="16" type="subTitle"/>
          </p:nvPr>
        </p:nvSpPr>
        <p:spPr>
          <a:xfrm>
            <a:off x="720000" y="189605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70" name="Google Shape;470;p54"/>
          <p:cNvSpPr txBox="1"/>
          <p:nvPr>
            <p:ph idx="17" type="subTitle"/>
          </p:nvPr>
        </p:nvSpPr>
        <p:spPr>
          <a:xfrm>
            <a:off x="3346528" y="189605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71" name="Google Shape;471;p54"/>
          <p:cNvSpPr txBox="1"/>
          <p:nvPr>
            <p:ph idx="18" type="subTitle"/>
          </p:nvPr>
        </p:nvSpPr>
        <p:spPr>
          <a:xfrm>
            <a:off x="5973063" y="189605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72" name="Google Shape;472;p54"/>
          <p:cNvSpPr txBox="1"/>
          <p:nvPr>
            <p:ph idx="19" type="subTitle"/>
          </p:nvPr>
        </p:nvSpPr>
        <p:spPr>
          <a:xfrm>
            <a:off x="720000" y="362871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73" name="Google Shape;473;p54"/>
          <p:cNvSpPr txBox="1"/>
          <p:nvPr>
            <p:ph idx="20" type="subTitle"/>
          </p:nvPr>
        </p:nvSpPr>
        <p:spPr>
          <a:xfrm>
            <a:off x="3346528" y="362871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474" name="Google Shape;474;p54"/>
          <p:cNvSpPr txBox="1"/>
          <p:nvPr>
            <p:ph idx="21" type="subTitle"/>
          </p:nvPr>
        </p:nvSpPr>
        <p:spPr>
          <a:xfrm>
            <a:off x="5973063" y="362871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5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55"/>
          <p:cNvSpPr txBox="1"/>
          <p:nvPr>
            <p:ph type="title"/>
          </p:nvPr>
        </p:nvSpPr>
        <p:spPr>
          <a:xfrm>
            <a:off x="4429368" y="3467775"/>
            <a:ext cx="40014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8" name="Google Shape;478;p55"/>
          <p:cNvSpPr txBox="1"/>
          <p:nvPr>
            <p:ph idx="1" type="subTitle"/>
          </p:nvPr>
        </p:nvSpPr>
        <p:spPr>
          <a:xfrm>
            <a:off x="4429350" y="1013925"/>
            <a:ext cx="4001400" cy="23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6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6"/>
          <p:cNvSpPr txBox="1"/>
          <p:nvPr>
            <p:ph type="title"/>
          </p:nvPr>
        </p:nvSpPr>
        <p:spPr>
          <a:xfrm>
            <a:off x="720000" y="1255350"/>
            <a:ext cx="4273500" cy="175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2" name="Google Shape;482;p56"/>
          <p:cNvSpPr txBox="1"/>
          <p:nvPr>
            <p:ph idx="1" type="subTitle"/>
          </p:nvPr>
        </p:nvSpPr>
        <p:spPr>
          <a:xfrm>
            <a:off x="720000" y="3010350"/>
            <a:ext cx="42735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56"/>
          <p:cNvSpPr/>
          <p:nvPr>
            <p:ph idx="2" type="pic"/>
          </p:nvPr>
        </p:nvSpPr>
        <p:spPr>
          <a:xfrm>
            <a:off x="5273100" y="533863"/>
            <a:ext cx="2910000" cy="4075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7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57"/>
          <p:cNvSpPr txBox="1"/>
          <p:nvPr>
            <p:ph type="title"/>
          </p:nvPr>
        </p:nvSpPr>
        <p:spPr>
          <a:xfrm>
            <a:off x="720000" y="1637550"/>
            <a:ext cx="39375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7" name="Google Shape;487;p57"/>
          <p:cNvSpPr txBox="1"/>
          <p:nvPr>
            <p:ph idx="1" type="subTitle"/>
          </p:nvPr>
        </p:nvSpPr>
        <p:spPr>
          <a:xfrm>
            <a:off x="720000" y="2700750"/>
            <a:ext cx="39375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8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58"/>
          <p:cNvSpPr txBox="1"/>
          <p:nvPr>
            <p:ph type="title"/>
          </p:nvPr>
        </p:nvSpPr>
        <p:spPr>
          <a:xfrm>
            <a:off x="4148250" y="1864400"/>
            <a:ext cx="38961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91" name="Google Shape;491;p58"/>
          <p:cNvSpPr txBox="1"/>
          <p:nvPr>
            <p:ph idx="1" type="subTitle"/>
          </p:nvPr>
        </p:nvSpPr>
        <p:spPr>
          <a:xfrm>
            <a:off x="4148425" y="2562000"/>
            <a:ext cx="3896100" cy="9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9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59"/>
          <p:cNvSpPr txBox="1"/>
          <p:nvPr>
            <p:ph type="title"/>
          </p:nvPr>
        </p:nvSpPr>
        <p:spPr>
          <a:xfrm>
            <a:off x="1192713" y="1830613"/>
            <a:ext cx="40206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95" name="Google Shape;495;p59"/>
          <p:cNvSpPr txBox="1"/>
          <p:nvPr>
            <p:ph idx="1" type="subTitle"/>
          </p:nvPr>
        </p:nvSpPr>
        <p:spPr>
          <a:xfrm>
            <a:off x="1192713" y="2507688"/>
            <a:ext cx="40206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0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99" name="Google Shape;499;p60"/>
          <p:cNvSpPr txBox="1"/>
          <p:nvPr>
            <p:ph idx="1" type="subTitle"/>
          </p:nvPr>
        </p:nvSpPr>
        <p:spPr>
          <a:xfrm>
            <a:off x="4974075" y="3057025"/>
            <a:ext cx="3022800" cy="11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0" name="Google Shape;500;p60"/>
          <p:cNvSpPr txBox="1"/>
          <p:nvPr>
            <p:ph idx="2" type="subTitle"/>
          </p:nvPr>
        </p:nvSpPr>
        <p:spPr>
          <a:xfrm>
            <a:off x="1147126" y="3057025"/>
            <a:ext cx="3022800" cy="11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1" name="Google Shape;501;p60"/>
          <p:cNvSpPr txBox="1"/>
          <p:nvPr>
            <p:ph idx="3" type="subTitle"/>
          </p:nvPr>
        </p:nvSpPr>
        <p:spPr>
          <a:xfrm>
            <a:off x="1147124" y="2498125"/>
            <a:ext cx="30228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02" name="Google Shape;502;p60"/>
          <p:cNvSpPr txBox="1"/>
          <p:nvPr>
            <p:ph idx="4" type="subTitle"/>
          </p:nvPr>
        </p:nvSpPr>
        <p:spPr>
          <a:xfrm>
            <a:off x="4974076" y="2498125"/>
            <a:ext cx="30228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1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6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06" name="Google Shape;506;p61"/>
          <p:cNvSpPr txBox="1"/>
          <p:nvPr>
            <p:ph idx="1" type="subTitle"/>
          </p:nvPr>
        </p:nvSpPr>
        <p:spPr>
          <a:xfrm>
            <a:off x="4832078" y="1820025"/>
            <a:ext cx="3254100" cy="21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7" name="Google Shape;507;p61"/>
          <p:cNvSpPr txBox="1"/>
          <p:nvPr>
            <p:ph idx="2" type="subTitle"/>
          </p:nvPr>
        </p:nvSpPr>
        <p:spPr>
          <a:xfrm>
            <a:off x="1057900" y="1820025"/>
            <a:ext cx="3254100" cy="21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_1_1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2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11" name="Google Shape;511;p62"/>
          <p:cNvSpPr txBox="1"/>
          <p:nvPr>
            <p:ph idx="1" type="body"/>
          </p:nvPr>
        </p:nvSpPr>
        <p:spPr>
          <a:xfrm>
            <a:off x="720000" y="1215750"/>
            <a:ext cx="37116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512" name="Google Shape;512;p62"/>
          <p:cNvSpPr txBox="1"/>
          <p:nvPr>
            <p:ph idx="2" type="body"/>
          </p:nvPr>
        </p:nvSpPr>
        <p:spPr>
          <a:xfrm>
            <a:off x="4712400" y="1215750"/>
            <a:ext cx="37116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Montserrat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3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6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16" name="Google Shape;516;p63"/>
          <p:cNvSpPr txBox="1"/>
          <p:nvPr>
            <p:ph idx="1" type="subTitle"/>
          </p:nvPr>
        </p:nvSpPr>
        <p:spPr>
          <a:xfrm>
            <a:off x="713225" y="3068601"/>
            <a:ext cx="2553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7" name="Google Shape;517;p63"/>
          <p:cNvSpPr txBox="1"/>
          <p:nvPr>
            <p:ph idx="2" type="subTitle"/>
          </p:nvPr>
        </p:nvSpPr>
        <p:spPr>
          <a:xfrm>
            <a:off x="3295007" y="3068601"/>
            <a:ext cx="2553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8" name="Google Shape;518;p63"/>
          <p:cNvSpPr txBox="1"/>
          <p:nvPr>
            <p:ph idx="3" type="subTitle"/>
          </p:nvPr>
        </p:nvSpPr>
        <p:spPr>
          <a:xfrm>
            <a:off x="5876797" y="3068601"/>
            <a:ext cx="2553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9" name="Google Shape;519;p63"/>
          <p:cNvSpPr txBox="1"/>
          <p:nvPr>
            <p:ph idx="4" type="subTitle"/>
          </p:nvPr>
        </p:nvSpPr>
        <p:spPr>
          <a:xfrm>
            <a:off x="713225" y="2408600"/>
            <a:ext cx="25539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20" name="Google Shape;520;p63"/>
          <p:cNvSpPr txBox="1"/>
          <p:nvPr>
            <p:ph idx="5" type="subTitle"/>
          </p:nvPr>
        </p:nvSpPr>
        <p:spPr>
          <a:xfrm>
            <a:off x="3295011" y="2408600"/>
            <a:ext cx="25539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21" name="Google Shape;521;p63"/>
          <p:cNvSpPr txBox="1"/>
          <p:nvPr>
            <p:ph idx="6" type="subTitle"/>
          </p:nvPr>
        </p:nvSpPr>
        <p:spPr>
          <a:xfrm>
            <a:off x="5876798" y="2408600"/>
            <a:ext cx="25539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4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6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25" name="Google Shape;525;p64"/>
          <p:cNvSpPr txBox="1"/>
          <p:nvPr>
            <p:ph idx="1" type="subTitle"/>
          </p:nvPr>
        </p:nvSpPr>
        <p:spPr>
          <a:xfrm>
            <a:off x="1654375" y="1919100"/>
            <a:ext cx="27957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6" name="Google Shape;526;p64"/>
          <p:cNvSpPr txBox="1"/>
          <p:nvPr>
            <p:ph idx="2" type="subTitle"/>
          </p:nvPr>
        </p:nvSpPr>
        <p:spPr>
          <a:xfrm>
            <a:off x="5599130" y="1919100"/>
            <a:ext cx="27957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7" name="Google Shape;527;p64"/>
          <p:cNvSpPr txBox="1"/>
          <p:nvPr>
            <p:ph idx="3" type="subTitle"/>
          </p:nvPr>
        </p:nvSpPr>
        <p:spPr>
          <a:xfrm>
            <a:off x="1654375" y="3561975"/>
            <a:ext cx="27957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8" name="Google Shape;528;p64"/>
          <p:cNvSpPr txBox="1"/>
          <p:nvPr>
            <p:ph idx="4" type="subTitle"/>
          </p:nvPr>
        </p:nvSpPr>
        <p:spPr>
          <a:xfrm>
            <a:off x="5599130" y="3561975"/>
            <a:ext cx="27957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9" name="Google Shape;529;p64"/>
          <p:cNvSpPr txBox="1"/>
          <p:nvPr>
            <p:ph idx="5" type="subTitle"/>
          </p:nvPr>
        </p:nvSpPr>
        <p:spPr>
          <a:xfrm>
            <a:off x="1654375" y="1489700"/>
            <a:ext cx="2795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30" name="Google Shape;530;p64"/>
          <p:cNvSpPr txBox="1"/>
          <p:nvPr>
            <p:ph idx="6" type="subTitle"/>
          </p:nvPr>
        </p:nvSpPr>
        <p:spPr>
          <a:xfrm>
            <a:off x="1654375" y="3132675"/>
            <a:ext cx="2795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31" name="Google Shape;531;p64"/>
          <p:cNvSpPr txBox="1"/>
          <p:nvPr>
            <p:ph idx="7" type="subTitle"/>
          </p:nvPr>
        </p:nvSpPr>
        <p:spPr>
          <a:xfrm>
            <a:off x="5599125" y="1489700"/>
            <a:ext cx="2795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32" name="Google Shape;532;p64"/>
          <p:cNvSpPr txBox="1"/>
          <p:nvPr>
            <p:ph idx="8" type="subTitle"/>
          </p:nvPr>
        </p:nvSpPr>
        <p:spPr>
          <a:xfrm>
            <a:off x="5599125" y="3132675"/>
            <a:ext cx="2795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11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5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6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36" name="Google Shape;536;p65"/>
          <p:cNvSpPr txBox="1"/>
          <p:nvPr>
            <p:ph idx="1" type="subTitle"/>
          </p:nvPr>
        </p:nvSpPr>
        <p:spPr>
          <a:xfrm>
            <a:off x="2093686" y="2225401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7" name="Google Shape;537;p65"/>
          <p:cNvSpPr txBox="1"/>
          <p:nvPr>
            <p:ph idx="2" type="subTitle"/>
          </p:nvPr>
        </p:nvSpPr>
        <p:spPr>
          <a:xfrm>
            <a:off x="4841308" y="2225401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8" name="Google Shape;538;p65"/>
          <p:cNvSpPr txBox="1"/>
          <p:nvPr>
            <p:ph idx="3" type="subTitle"/>
          </p:nvPr>
        </p:nvSpPr>
        <p:spPr>
          <a:xfrm>
            <a:off x="719875" y="3817394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9" name="Google Shape;539;p65"/>
          <p:cNvSpPr txBox="1"/>
          <p:nvPr>
            <p:ph idx="4" type="subTitle"/>
          </p:nvPr>
        </p:nvSpPr>
        <p:spPr>
          <a:xfrm>
            <a:off x="3467497" y="3817394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0" name="Google Shape;540;p65"/>
          <p:cNvSpPr txBox="1"/>
          <p:nvPr>
            <p:ph idx="5" type="subTitle"/>
          </p:nvPr>
        </p:nvSpPr>
        <p:spPr>
          <a:xfrm>
            <a:off x="6215119" y="3817394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1" name="Google Shape;541;p65"/>
          <p:cNvSpPr txBox="1"/>
          <p:nvPr>
            <p:ph idx="6" type="subTitle"/>
          </p:nvPr>
        </p:nvSpPr>
        <p:spPr>
          <a:xfrm>
            <a:off x="2094675" y="1409075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42" name="Google Shape;542;p65"/>
          <p:cNvSpPr txBox="1"/>
          <p:nvPr>
            <p:ph idx="7" type="subTitle"/>
          </p:nvPr>
        </p:nvSpPr>
        <p:spPr>
          <a:xfrm>
            <a:off x="4842299" y="1409075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43" name="Google Shape;543;p65"/>
          <p:cNvSpPr txBox="1"/>
          <p:nvPr>
            <p:ph idx="8" type="subTitle"/>
          </p:nvPr>
        </p:nvSpPr>
        <p:spPr>
          <a:xfrm>
            <a:off x="720875" y="3001069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44" name="Google Shape;544;p65"/>
          <p:cNvSpPr txBox="1"/>
          <p:nvPr>
            <p:ph idx="9" type="subTitle"/>
          </p:nvPr>
        </p:nvSpPr>
        <p:spPr>
          <a:xfrm>
            <a:off x="3468499" y="3001069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45" name="Google Shape;545;p65"/>
          <p:cNvSpPr txBox="1"/>
          <p:nvPr>
            <p:ph idx="13" type="subTitle"/>
          </p:nvPr>
        </p:nvSpPr>
        <p:spPr>
          <a:xfrm>
            <a:off x="6216123" y="3001069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6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6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49" name="Google Shape;549;p66"/>
          <p:cNvSpPr txBox="1"/>
          <p:nvPr>
            <p:ph idx="1" type="subTitle"/>
          </p:nvPr>
        </p:nvSpPr>
        <p:spPr>
          <a:xfrm>
            <a:off x="720000" y="1959325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0" name="Google Shape;550;p66"/>
          <p:cNvSpPr txBox="1"/>
          <p:nvPr>
            <p:ph idx="2" type="subTitle"/>
          </p:nvPr>
        </p:nvSpPr>
        <p:spPr>
          <a:xfrm>
            <a:off x="3467622" y="1959325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1" name="Google Shape;551;p66"/>
          <p:cNvSpPr txBox="1"/>
          <p:nvPr>
            <p:ph idx="3" type="subTitle"/>
          </p:nvPr>
        </p:nvSpPr>
        <p:spPr>
          <a:xfrm>
            <a:off x="720000" y="3465750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2" name="Google Shape;552;p66"/>
          <p:cNvSpPr txBox="1"/>
          <p:nvPr>
            <p:ph idx="4" type="subTitle"/>
          </p:nvPr>
        </p:nvSpPr>
        <p:spPr>
          <a:xfrm>
            <a:off x="3467622" y="3465750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3" name="Google Shape;553;p66"/>
          <p:cNvSpPr txBox="1"/>
          <p:nvPr>
            <p:ph idx="5" type="subTitle"/>
          </p:nvPr>
        </p:nvSpPr>
        <p:spPr>
          <a:xfrm>
            <a:off x="6215244" y="1959325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4" name="Google Shape;554;p66"/>
          <p:cNvSpPr txBox="1"/>
          <p:nvPr>
            <p:ph idx="6" type="subTitle"/>
          </p:nvPr>
        </p:nvSpPr>
        <p:spPr>
          <a:xfrm>
            <a:off x="6215244" y="3465750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5" name="Google Shape;555;p66"/>
          <p:cNvSpPr txBox="1"/>
          <p:nvPr>
            <p:ph idx="7" type="subTitle"/>
          </p:nvPr>
        </p:nvSpPr>
        <p:spPr>
          <a:xfrm>
            <a:off x="721001" y="15804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56" name="Google Shape;556;p66"/>
          <p:cNvSpPr txBox="1"/>
          <p:nvPr>
            <p:ph idx="8" type="subTitle"/>
          </p:nvPr>
        </p:nvSpPr>
        <p:spPr>
          <a:xfrm>
            <a:off x="3468623" y="15804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57" name="Google Shape;557;p66"/>
          <p:cNvSpPr txBox="1"/>
          <p:nvPr>
            <p:ph idx="9" type="subTitle"/>
          </p:nvPr>
        </p:nvSpPr>
        <p:spPr>
          <a:xfrm>
            <a:off x="6216245" y="15804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58" name="Google Shape;558;p66"/>
          <p:cNvSpPr txBox="1"/>
          <p:nvPr>
            <p:ph idx="13" type="subTitle"/>
          </p:nvPr>
        </p:nvSpPr>
        <p:spPr>
          <a:xfrm>
            <a:off x="721001" y="30868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59" name="Google Shape;559;p66"/>
          <p:cNvSpPr txBox="1"/>
          <p:nvPr>
            <p:ph idx="14" type="subTitle"/>
          </p:nvPr>
        </p:nvSpPr>
        <p:spPr>
          <a:xfrm>
            <a:off x="3468623" y="30868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560" name="Google Shape;560;p66"/>
          <p:cNvSpPr txBox="1"/>
          <p:nvPr>
            <p:ph idx="15" type="subTitle"/>
          </p:nvPr>
        </p:nvSpPr>
        <p:spPr>
          <a:xfrm>
            <a:off x="6216245" y="30868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7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67"/>
          <p:cNvSpPr txBox="1"/>
          <p:nvPr>
            <p:ph hasCustomPrompt="1" type="title"/>
          </p:nvPr>
        </p:nvSpPr>
        <p:spPr>
          <a:xfrm>
            <a:off x="3850600" y="575625"/>
            <a:ext cx="45801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4" name="Google Shape;564;p67"/>
          <p:cNvSpPr txBox="1"/>
          <p:nvPr>
            <p:ph idx="1" type="subTitle"/>
          </p:nvPr>
        </p:nvSpPr>
        <p:spPr>
          <a:xfrm>
            <a:off x="3850600" y="1264549"/>
            <a:ext cx="45801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5" name="Google Shape;565;p67"/>
          <p:cNvSpPr txBox="1"/>
          <p:nvPr>
            <p:ph hasCustomPrompt="1" idx="2" type="title"/>
          </p:nvPr>
        </p:nvSpPr>
        <p:spPr>
          <a:xfrm>
            <a:off x="3850600" y="1927888"/>
            <a:ext cx="45801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6" name="Google Shape;566;p67"/>
          <p:cNvSpPr txBox="1"/>
          <p:nvPr>
            <p:ph idx="3" type="subTitle"/>
          </p:nvPr>
        </p:nvSpPr>
        <p:spPr>
          <a:xfrm>
            <a:off x="3850600" y="2616812"/>
            <a:ext cx="45801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7" name="Google Shape;567;p67"/>
          <p:cNvSpPr txBox="1"/>
          <p:nvPr>
            <p:ph hasCustomPrompt="1" idx="4" type="title"/>
          </p:nvPr>
        </p:nvSpPr>
        <p:spPr>
          <a:xfrm>
            <a:off x="3850600" y="3280151"/>
            <a:ext cx="45801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8" name="Google Shape;568;p67"/>
          <p:cNvSpPr txBox="1"/>
          <p:nvPr>
            <p:ph idx="5" type="subTitle"/>
          </p:nvPr>
        </p:nvSpPr>
        <p:spPr>
          <a:xfrm>
            <a:off x="3850600" y="3969075"/>
            <a:ext cx="45801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8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68"/>
          <p:cNvSpPr txBox="1"/>
          <p:nvPr>
            <p:ph type="title"/>
          </p:nvPr>
        </p:nvSpPr>
        <p:spPr>
          <a:xfrm>
            <a:off x="713225" y="8194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2" name="Google Shape;572;p68"/>
          <p:cNvSpPr txBox="1"/>
          <p:nvPr>
            <p:ph idx="1" type="subTitle"/>
          </p:nvPr>
        </p:nvSpPr>
        <p:spPr>
          <a:xfrm>
            <a:off x="713225" y="18309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3" name="Google Shape;573;p68"/>
          <p:cNvSpPr txBox="1"/>
          <p:nvPr/>
        </p:nvSpPr>
        <p:spPr>
          <a:xfrm>
            <a:off x="713225" y="3450025"/>
            <a:ext cx="41952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12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9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6" name="Google Shape;576;p69"/>
          <p:cNvGrpSpPr/>
          <p:nvPr/>
        </p:nvGrpSpPr>
        <p:grpSpPr>
          <a:xfrm>
            <a:off x="6422987" y="729533"/>
            <a:ext cx="2007405" cy="3684433"/>
            <a:chOff x="6899688" y="1333676"/>
            <a:chExt cx="1531085" cy="2810185"/>
          </a:xfrm>
        </p:grpSpPr>
        <p:sp>
          <p:nvSpPr>
            <p:cNvPr id="577" name="Google Shape;577;p69"/>
            <p:cNvSpPr/>
            <p:nvPr/>
          </p:nvSpPr>
          <p:spPr>
            <a:xfrm>
              <a:off x="6899688" y="4003941"/>
              <a:ext cx="930788" cy="139920"/>
            </a:xfrm>
            <a:custGeom>
              <a:rect b="b" l="l" r="r" t="t"/>
              <a:pathLst>
                <a:path extrusionOk="0" h="2029" w="13498">
                  <a:moveTo>
                    <a:pt x="6749" y="0"/>
                  </a:moveTo>
                  <a:cubicBezTo>
                    <a:pt x="3025" y="0"/>
                    <a:pt x="1" y="451"/>
                    <a:pt x="1" y="1008"/>
                  </a:cubicBezTo>
                  <a:cubicBezTo>
                    <a:pt x="1" y="1578"/>
                    <a:pt x="3025" y="2028"/>
                    <a:pt x="6749" y="2028"/>
                  </a:cubicBezTo>
                  <a:cubicBezTo>
                    <a:pt x="10473" y="2028"/>
                    <a:pt x="13497" y="1578"/>
                    <a:pt x="13497" y="1008"/>
                  </a:cubicBezTo>
                  <a:cubicBezTo>
                    <a:pt x="13497" y="451"/>
                    <a:pt x="10473" y="0"/>
                    <a:pt x="67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69"/>
            <p:cNvSpPr/>
            <p:nvPr/>
          </p:nvSpPr>
          <p:spPr>
            <a:xfrm>
              <a:off x="7702030" y="1333676"/>
              <a:ext cx="728743" cy="1839370"/>
            </a:xfrm>
            <a:custGeom>
              <a:rect b="b" l="l" r="r" t="t"/>
              <a:pathLst>
                <a:path extrusionOk="0" h="26673" w="10568">
                  <a:moveTo>
                    <a:pt x="10567" y="0"/>
                  </a:moveTo>
                  <a:lnTo>
                    <a:pt x="0" y="4412"/>
                  </a:lnTo>
                  <a:lnTo>
                    <a:pt x="0" y="22273"/>
                  </a:lnTo>
                  <a:lnTo>
                    <a:pt x="10567" y="26673"/>
                  </a:lnTo>
                  <a:lnTo>
                    <a:pt x="1056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69"/>
            <p:cNvSpPr/>
            <p:nvPr/>
          </p:nvSpPr>
          <p:spPr>
            <a:xfrm>
              <a:off x="7726510" y="1636272"/>
              <a:ext cx="620824" cy="1135220"/>
            </a:xfrm>
            <a:custGeom>
              <a:rect b="b" l="l" r="r" t="t"/>
              <a:pathLst>
                <a:path extrusionOk="0" h="16462" w="9003">
                  <a:moveTo>
                    <a:pt x="9003" y="0"/>
                  </a:moveTo>
                  <a:lnTo>
                    <a:pt x="1" y="3084"/>
                  </a:lnTo>
                  <a:lnTo>
                    <a:pt x="1" y="13378"/>
                  </a:lnTo>
                  <a:lnTo>
                    <a:pt x="9003" y="16462"/>
                  </a:lnTo>
                  <a:lnTo>
                    <a:pt x="90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0" name="Google Shape;580;p69"/>
            <p:cNvGrpSpPr/>
            <p:nvPr/>
          </p:nvGrpSpPr>
          <p:grpSpPr>
            <a:xfrm>
              <a:off x="7813006" y="2093324"/>
              <a:ext cx="496423" cy="400019"/>
              <a:chOff x="7470194" y="2101380"/>
              <a:chExt cx="441697" cy="355920"/>
            </a:xfrm>
          </p:grpSpPr>
          <p:sp>
            <p:nvSpPr>
              <p:cNvPr id="581" name="Google Shape;581;p69"/>
              <p:cNvSpPr/>
              <p:nvPr/>
            </p:nvSpPr>
            <p:spPr>
              <a:xfrm>
                <a:off x="7470194" y="2128315"/>
                <a:ext cx="40065" cy="256955"/>
              </a:xfrm>
              <a:custGeom>
                <a:rect b="b" l="l" r="r" t="t"/>
                <a:pathLst>
                  <a:path extrusionOk="0" h="4188" w="653">
                    <a:moveTo>
                      <a:pt x="652" y="1"/>
                    </a:moveTo>
                    <a:lnTo>
                      <a:pt x="0" y="48"/>
                    </a:lnTo>
                    <a:lnTo>
                      <a:pt x="0" y="4069"/>
                    </a:lnTo>
                    <a:lnTo>
                      <a:pt x="652" y="4187"/>
                    </a:lnTo>
                    <a:lnTo>
                      <a:pt x="65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69"/>
              <p:cNvSpPr/>
              <p:nvPr/>
            </p:nvSpPr>
            <p:spPr>
              <a:xfrm>
                <a:off x="7526947" y="2124695"/>
                <a:ext cx="44421" cy="271496"/>
              </a:xfrm>
              <a:custGeom>
                <a:rect b="b" l="l" r="r" t="t"/>
                <a:pathLst>
                  <a:path extrusionOk="0" h="4425" w="724">
                    <a:moveTo>
                      <a:pt x="724" y="1"/>
                    </a:moveTo>
                    <a:lnTo>
                      <a:pt x="0" y="48"/>
                    </a:lnTo>
                    <a:lnTo>
                      <a:pt x="0" y="4294"/>
                    </a:lnTo>
                    <a:lnTo>
                      <a:pt x="724" y="4424"/>
                    </a:lnTo>
                    <a:lnTo>
                      <a:pt x="72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69"/>
              <p:cNvSpPr/>
              <p:nvPr/>
            </p:nvSpPr>
            <p:spPr>
              <a:xfrm>
                <a:off x="7590205" y="2119603"/>
                <a:ext cx="50311" cy="288921"/>
              </a:xfrm>
              <a:custGeom>
                <a:rect b="b" l="l" r="r" t="t"/>
                <a:pathLst>
                  <a:path extrusionOk="0" h="4709" w="820">
                    <a:moveTo>
                      <a:pt x="819" y="0"/>
                    </a:moveTo>
                    <a:lnTo>
                      <a:pt x="1" y="60"/>
                    </a:lnTo>
                    <a:lnTo>
                      <a:pt x="1" y="4566"/>
                    </a:lnTo>
                    <a:lnTo>
                      <a:pt x="819" y="4709"/>
                    </a:lnTo>
                    <a:lnTo>
                      <a:pt x="81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69"/>
              <p:cNvSpPr/>
              <p:nvPr/>
            </p:nvSpPr>
            <p:spPr>
              <a:xfrm>
                <a:off x="7661561" y="2114510"/>
                <a:ext cx="57551" cy="308554"/>
              </a:xfrm>
              <a:custGeom>
                <a:rect b="b" l="l" r="r" t="t"/>
                <a:pathLst>
                  <a:path extrusionOk="0" h="5029" w="938">
                    <a:moveTo>
                      <a:pt x="937" y="0"/>
                    </a:moveTo>
                    <a:lnTo>
                      <a:pt x="0" y="60"/>
                    </a:lnTo>
                    <a:lnTo>
                      <a:pt x="0" y="4863"/>
                    </a:lnTo>
                    <a:lnTo>
                      <a:pt x="937" y="5029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69"/>
              <p:cNvSpPr/>
              <p:nvPr/>
            </p:nvSpPr>
            <p:spPr>
              <a:xfrm>
                <a:off x="7743041" y="2107945"/>
                <a:ext cx="65527" cy="331133"/>
              </a:xfrm>
              <a:custGeom>
                <a:rect b="b" l="l" r="r" t="t"/>
                <a:pathLst>
                  <a:path extrusionOk="0" h="5397" w="1068">
                    <a:moveTo>
                      <a:pt x="1068" y="1"/>
                    </a:moveTo>
                    <a:lnTo>
                      <a:pt x="0" y="84"/>
                    </a:lnTo>
                    <a:lnTo>
                      <a:pt x="0" y="5207"/>
                    </a:lnTo>
                    <a:lnTo>
                      <a:pt x="1068" y="5397"/>
                    </a:lnTo>
                    <a:lnTo>
                      <a:pt x="106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69"/>
              <p:cNvSpPr/>
              <p:nvPr/>
            </p:nvSpPr>
            <p:spPr>
              <a:xfrm>
                <a:off x="7836178" y="2101380"/>
                <a:ext cx="75712" cy="355920"/>
              </a:xfrm>
              <a:custGeom>
                <a:rect b="b" l="l" r="r" t="t"/>
                <a:pathLst>
                  <a:path extrusionOk="0" h="5801" w="1234">
                    <a:moveTo>
                      <a:pt x="1234" y="1"/>
                    </a:moveTo>
                    <a:lnTo>
                      <a:pt x="1" y="84"/>
                    </a:lnTo>
                    <a:lnTo>
                      <a:pt x="1" y="5587"/>
                    </a:lnTo>
                    <a:lnTo>
                      <a:pt x="1234" y="5800"/>
                    </a:lnTo>
                    <a:lnTo>
                      <a:pt x="123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7" name="Google Shape;587;p69"/>
            <p:cNvGrpSpPr/>
            <p:nvPr/>
          </p:nvGrpSpPr>
          <p:grpSpPr>
            <a:xfrm>
              <a:off x="7822798" y="2162074"/>
              <a:ext cx="467047" cy="327959"/>
              <a:chOff x="7478906" y="2162552"/>
              <a:chExt cx="415559" cy="291804"/>
            </a:xfrm>
          </p:grpSpPr>
          <p:sp>
            <p:nvSpPr>
              <p:cNvPr id="588" name="Google Shape;588;p69"/>
              <p:cNvSpPr/>
              <p:nvPr/>
            </p:nvSpPr>
            <p:spPr>
              <a:xfrm>
                <a:off x="7478906" y="2262193"/>
                <a:ext cx="21904" cy="121606"/>
              </a:xfrm>
              <a:custGeom>
                <a:rect b="b" l="l" r="r" t="t"/>
                <a:pathLst>
                  <a:path extrusionOk="0" h="1982" w="357">
                    <a:moveTo>
                      <a:pt x="0" y="1"/>
                    </a:moveTo>
                    <a:lnTo>
                      <a:pt x="0" y="1922"/>
                    </a:lnTo>
                    <a:lnTo>
                      <a:pt x="356" y="1982"/>
                    </a:lnTo>
                    <a:lnTo>
                      <a:pt x="356" y="2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69"/>
              <p:cNvSpPr/>
              <p:nvPr/>
            </p:nvSpPr>
            <p:spPr>
              <a:xfrm>
                <a:off x="7536396" y="2210532"/>
                <a:ext cx="24787" cy="184188"/>
              </a:xfrm>
              <a:custGeom>
                <a:rect b="b" l="l" r="r" t="t"/>
                <a:pathLst>
                  <a:path extrusionOk="0" h="3002" w="404">
                    <a:moveTo>
                      <a:pt x="0" y="1"/>
                    </a:moveTo>
                    <a:lnTo>
                      <a:pt x="0" y="2930"/>
                    </a:lnTo>
                    <a:lnTo>
                      <a:pt x="404" y="3001"/>
                    </a:lnTo>
                    <a:lnTo>
                      <a:pt x="404" y="1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69"/>
              <p:cNvSpPr/>
              <p:nvPr/>
            </p:nvSpPr>
            <p:spPr>
              <a:xfrm>
                <a:off x="7601126" y="2306614"/>
                <a:ext cx="27732" cy="100499"/>
              </a:xfrm>
              <a:custGeom>
                <a:rect b="b" l="l" r="r" t="t"/>
                <a:pathLst>
                  <a:path extrusionOk="0" h="1638" w="452">
                    <a:moveTo>
                      <a:pt x="1" y="0"/>
                    </a:moveTo>
                    <a:lnTo>
                      <a:pt x="1" y="1554"/>
                    </a:lnTo>
                    <a:lnTo>
                      <a:pt x="451" y="1637"/>
                    </a:lnTo>
                    <a:lnTo>
                      <a:pt x="451" y="4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69"/>
              <p:cNvSpPr/>
              <p:nvPr/>
            </p:nvSpPr>
            <p:spPr>
              <a:xfrm>
                <a:off x="7673893" y="2250597"/>
                <a:ext cx="32089" cy="170321"/>
              </a:xfrm>
              <a:custGeom>
                <a:rect b="b" l="l" r="r" t="t"/>
                <a:pathLst>
                  <a:path extrusionOk="0" h="2776" w="523">
                    <a:moveTo>
                      <a:pt x="1" y="0"/>
                    </a:moveTo>
                    <a:lnTo>
                      <a:pt x="1" y="2681"/>
                    </a:lnTo>
                    <a:lnTo>
                      <a:pt x="523" y="2775"/>
                    </a:lnTo>
                    <a:lnTo>
                      <a:pt x="523" y="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69"/>
              <p:cNvSpPr/>
              <p:nvPr/>
            </p:nvSpPr>
            <p:spPr>
              <a:xfrm>
                <a:off x="7756846" y="2193107"/>
                <a:ext cx="36445" cy="243089"/>
              </a:xfrm>
              <a:custGeom>
                <a:rect b="b" l="l" r="r" t="t"/>
                <a:pathLst>
                  <a:path extrusionOk="0" h="3962" w="594">
                    <a:moveTo>
                      <a:pt x="594" y="0"/>
                    </a:moveTo>
                    <a:lnTo>
                      <a:pt x="1" y="12"/>
                    </a:lnTo>
                    <a:lnTo>
                      <a:pt x="1" y="3855"/>
                    </a:lnTo>
                    <a:lnTo>
                      <a:pt x="594" y="3961"/>
                    </a:lnTo>
                    <a:lnTo>
                      <a:pt x="59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69"/>
              <p:cNvSpPr/>
              <p:nvPr/>
            </p:nvSpPr>
            <p:spPr>
              <a:xfrm>
                <a:off x="7852192" y="2162552"/>
                <a:ext cx="42274" cy="291804"/>
              </a:xfrm>
              <a:custGeom>
                <a:rect b="b" l="l" r="r" t="t"/>
                <a:pathLst>
                  <a:path extrusionOk="0" h="4756" w="689">
                    <a:moveTo>
                      <a:pt x="688" y="0"/>
                    </a:moveTo>
                    <a:lnTo>
                      <a:pt x="0" y="24"/>
                    </a:lnTo>
                    <a:lnTo>
                      <a:pt x="0" y="4637"/>
                    </a:lnTo>
                    <a:lnTo>
                      <a:pt x="688" y="4756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4" name="Google Shape;594;p69"/>
            <p:cNvGrpSpPr/>
            <p:nvPr/>
          </p:nvGrpSpPr>
          <p:grpSpPr>
            <a:xfrm>
              <a:off x="7805628" y="1868385"/>
              <a:ext cx="510352" cy="124468"/>
              <a:chOff x="7463629" y="1901239"/>
              <a:chExt cx="454090" cy="110747"/>
            </a:xfrm>
          </p:grpSpPr>
          <p:sp>
            <p:nvSpPr>
              <p:cNvPr id="595" name="Google Shape;595;p69"/>
              <p:cNvSpPr/>
              <p:nvPr/>
            </p:nvSpPr>
            <p:spPr>
              <a:xfrm>
                <a:off x="7463629" y="1988547"/>
                <a:ext cx="30616" cy="23438"/>
              </a:xfrm>
              <a:custGeom>
                <a:rect b="b" l="l" r="r" t="t"/>
                <a:pathLst>
                  <a:path extrusionOk="0" h="382" w="499">
                    <a:moveTo>
                      <a:pt x="447" y="0"/>
                    </a:moveTo>
                    <a:cubicBezTo>
                      <a:pt x="444" y="0"/>
                      <a:pt x="442" y="1"/>
                      <a:pt x="439" y="2"/>
                    </a:cubicBezTo>
                    <a:lnTo>
                      <a:pt x="60" y="85"/>
                    </a:lnTo>
                    <a:cubicBezTo>
                      <a:pt x="24" y="85"/>
                      <a:pt x="0" y="156"/>
                      <a:pt x="0" y="239"/>
                    </a:cubicBezTo>
                    <a:cubicBezTo>
                      <a:pt x="0" y="322"/>
                      <a:pt x="24" y="381"/>
                      <a:pt x="60" y="381"/>
                    </a:cubicBezTo>
                    <a:lnTo>
                      <a:pt x="439" y="310"/>
                    </a:lnTo>
                    <a:cubicBezTo>
                      <a:pt x="475" y="298"/>
                      <a:pt x="498" y="227"/>
                      <a:pt x="498" y="144"/>
                    </a:cubicBezTo>
                    <a:cubicBezTo>
                      <a:pt x="498" y="67"/>
                      <a:pt x="478" y="0"/>
                      <a:pt x="4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69"/>
              <p:cNvSpPr/>
              <p:nvPr/>
            </p:nvSpPr>
            <p:spPr>
              <a:xfrm>
                <a:off x="7512345" y="1977688"/>
                <a:ext cx="34297" cy="24910"/>
              </a:xfrm>
              <a:custGeom>
                <a:rect b="b" l="l" r="r" t="t"/>
                <a:pathLst>
                  <a:path extrusionOk="0" h="406" w="559">
                    <a:moveTo>
                      <a:pt x="487" y="1"/>
                    </a:moveTo>
                    <a:lnTo>
                      <a:pt x="72" y="96"/>
                    </a:lnTo>
                    <a:cubicBezTo>
                      <a:pt x="37" y="96"/>
                      <a:pt x="1" y="179"/>
                      <a:pt x="1" y="262"/>
                    </a:cubicBezTo>
                    <a:cubicBezTo>
                      <a:pt x="1" y="339"/>
                      <a:pt x="31" y="405"/>
                      <a:pt x="64" y="405"/>
                    </a:cubicBezTo>
                    <a:cubicBezTo>
                      <a:pt x="67" y="405"/>
                      <a:pt x="69" y="405"/>
                      <a:pt x="72" y="404"/>
                    </a:cubicBezTo>
                    <a:lnTo>
                      <a:pt x="487" y="321"/>
                    </a:lnTo>
                    <a:cubicBezTo>
                      <a:pt x="535" y="321"/>
                      <a:pt x="558" y="238"/>
                      <a:pt x="558" y="155"/>
                    </a:cubicBezTo>
                    <a:lnTo>
                      <a:pt x="558" y="143"/>
                    </a:lnTo>
                    <a:cubicBezTo>
                      <a:pt x="558" y="60"/>
                      <a:pt x="535" y="1"/>
                      <a:pt x="4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69"/>
              <p:cNvSpPr/>
              <p:nvPr/>
            </p:nvSpPr>
            <p:spPr>
              <a:xfrm>
                <a:off x="7566951" y="1965969"/>
                <a:ext cx="37917" cy="26383"/>
              </a:xfrm>
              <a:custGeom>
                <a:rect b="b" l="l" r="r" t="t"/>
                <a:pathLst>
                  <a:path extrusionOk="0" h="430" w="618">
                    <a:moveTo>
                      <a:pt x="556" y="1"/>
                    </a:moveTo>
                    <a:cubicBezTo>
                      <a:pt x="553" y="1"/>
                      <a:pt x="549" y="1"/>
                      <a:pt x="546" y="2"/>
                    </a:cubicBezTo>
                    <a:lnTo>
                      <a:pt x="72" y="97"/>
                    </a:lnTo>
                    <a:cubicBezTo>
                      <a:pt x="36" y="109"/>
                      <a:pt x="0" y="180"/>
                      <a:pt x="0" y="275"/>
                    </a:cubicBezTo>
                    <a:cubicBezTo>
                      <a:pt x="0" y="370"/>
                      <a:pt x="36" y="429"/>
                      <a:pt x="72" y="429"/>
                    </a:cubicBezTo>
                    <a:lnTo>
                      <a:pt x="546" y="334"/>
                    </a:lnTo>
                    <a:cubicBezTo>
                      <a:pt x="593" y="334"/>
                      <a:pt x="617" y="251"/>
                      <a:pt x="617" y="156"/>
                    </a:cubicBezTo>
                    <a:cubicBezTo>
                      <a:pt x="617" y="68"/>
                      <a:pt x="597" y="1"/>
                      <a:pt x="55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69"/>
              <p:cNvSpPr/>
              <p:nvPr/>
            </p:nvSpPr>
            <p:spPr>
              <a:xfrm>
                <a:off x="7627325" y="1952225"/>
                <a:ext cx="43010" cy="28530"/>
              </a:xfrm>
              <a:custGeom>
                <a:rect b="b" l="l" r="r" t="t"/>
                <a:pathLst>
                  <a:path extrusionOk="0" h="465" w="701">
                    <a:moveTo>
                      <a:pt x="617" y="1"/>
                    </a:moveTo>
                    <a:lnTo>
                      <a:pt x="84" y="119"/>
                    </a:lnTo>
                    <a:cubicBezTo>
                      <a:pt x="36" y="119"/>
                      <a:pt x="1" y="214"/>
                      <a:pt x="1" y="309"/>
                    </a:cubicBezTo>
                    <a:cubicBezTo>
                      <a:pt x="1" y="397"/>
                      <a:pt x="42" y="465"/>
                      <a:pt x="76" y="465"/>
                    </a:cubicBezTo>
                    <a:cubicBezTo>
                      <a:pt x="79" y="465"/>
                      <a:pt x="81" y="464"/>
                      <a:pt x="84" y="463"/>
                    </a:cubicBezTo>
                    <a:lnTo>
                      <a:pt x="617" y="368"/>
                    </a:lnTo>
                    <a:cubicBezTo>
                      <a:pt x="665" y="357"/>
                      <a:pt x="700" y="262"/>
                      <a:pt x="700" y="167"/>
                    </a:cubicBezTo>
                    <a:cubicBezTo>
                      <a:pt x="700" y="72"/>
                      <a:pt x="665" y="1"/>
                      <a:pt x="6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69"/>
              <p:cNvSpPr/>
              <p:nvPr/>
            </p:nvSpPr>
            <p:spPr>
              <a:xfrm>
                <a:off x="7695736" y="1937622"/>
                <a:ext cx="47366" cy="30064"/>
              </a:xfrm>
              <a:custGeom>
                <a:rect b="b" l="l" r="r" t="t"/>
                <a:pathLst>
                  <a:path extrusionOk="0" h="490" w="772">
                    <a:moveTo>
                      <a:pt x="689" y="0"/>
                    </a:moveTo>
                    <a:cubicBezTo>
                      <a:pt x="685" y="0"/>
                      <a:pt x="681" y="1"/>
                      <a:pt x="677" y="2"/>
                    </a:cubicBezTo>
                    <a:lnTo>
                      <a:pt x="84" y="120"/>
                    </a:lnTo>
                    <a:cubicBezTo>
                      <a:pt x="36" y="132"/>
                      <a:pt x="1" y="227"/>
                      <a:pt x="1" y="322"/>
                    </a:cubicBezTo>
                    <a:cubicBezTo>
                      <a:pt x="1" y="421"/>
                      <a:pt x="31" y="489"/>
                      <a:pt x="73" y="489"/>
                    </a:cubicBezTo>
                    <a:cubicBezTo>
                      <a:pt x="77" y="489"/>
                      <a:pt x="80" y="489"/>
                      <a:pt x="84" y="488"/>
                    </a:cubicBezTo>
                    <a:lnTo>
                      <a:pt x="677" y="381"/>
                    </a:lnTo>
                    <a:cubicBezTo>
                      <a:pt x="736" y="369"/>
                      <a:pt x="771" y="274"/>
                      <a:pt x="771" y="168"/>
                    </a:cubicBezTo>
                    <a:cubicBezTo>
                      <a:pt x="771" y="69"/>
                      <a:pt x="741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69"/>
              <p:cNvSpPr/>
              <p:nvPr/>
            </p:nvSpPr>
            <p:spPr>
              <a:xfrm>
                <a:off x="7771448" y="1920136"/>
                <a:ext cx="54606" cy="32948"/>
              </a:xfrm>
              <a:custGeom>
                <a:rect b="b" l="l" r="r" t="t"/>
                <a:pathLst>
                  <a:path extrusionOk="0" h="537" w="890">
                    <a:moveTo>
                      <a:pt x="782" y="1"/>
                    </a:moveTo>
                    <a:cubicBezTo>
                      <a:pt x="778" y="1"/>
                      <a:pt x="775" y="1"/>
                      <a:pt x="771" y="2"/>
                    </a:cubicBezTo>
                    <a:lnTo>
                      <a:pt x="107" y="144"/>
                    </a:lnTo>
                    <a:cubicBezTo>
                      <a:pt x="47" y="156"/>
                      <a:pt x="0" y="251"/>
                      <a:pt x="0" y="358"/>
                    </a:cubicBezTo>
                    <a:lnTo>
                      <a:pt x="0" y="370"/>
                    </a:lnTo>
                    <a:cubicBezTo>
                      <a:pt x="0" y="469"/>
                      <a:pt x="41" y="537"/>
                      <a:pt x="94" y="537"/>
                    </a:cubicBezTo>
                    <a:cubicBezTo>
                      <a:pt x="98" y="537"/>
                      <a:pt x="102" y="536"/>
                      <a:pt x="107" y="536"/>
                    </a:cubicBezTo>
                    <a:lnTo>
                      <a:pt x="771" y="417"/>
                    </a:lnTo>
                    <a:cubicBezTo>
                      <a:pt x="830" y="393"/>
                      <a:pt x="889" y="298"/>
                      <a:pt x="889" y="192"/>
                    </a:cubicBezTo>
                    <a:lnTo>
                      <a:pt x="889" y="180"/>
                    </a:lnTo>
                    <a:cubicBezTo>
                      <a:pt x="889" y="80"/>
                      <a:pt x="838" y="1"/>
                      <a:pt x="7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69"/>
              <p:cNvSpPr/>
              <p:nvPr/>
            </p:nvSpPr>
            <p:spPr>
              <a:xfrm>
                <a:off x="7856548" y="1901239"/>
                <a:ext cx="61171" cy="35831"/>
              </a:xfrm>
              <a:custGeom>
                <a:rect b="b" l="l" r="r" t="t"/>
                <a:pathLst>
                  <a:path extrusionOk="0" h="584" w="997">
                    <a:moveTo>
                      <a:pt x="892" y="0"/>
                    </a:moveTo>
                    <a:cubicBezTo>
                      <a:pt x="887" y="0"/>
                      <a:pt x="883" y="1"/>
                      <a:pt x="878" y="2"/>
                    </a:cubicBezTo>
                    <a:lnTo>
                      <a:pt x="107" y="168"/>
                    </a:lnTo>
                    <a:cubicBezTo>
                      <a:pt x="48" y="179"/>
                      <a:pt x="1" y="274"/>
                      <a:pt x="1" y="393"/>
                    </a:cubicBezTo>
                    <a:cubicBezTo>
                      <a:pt x="1" y="504"/>
                      <a:pt x="42" y="584"/>
                      <a:pt x="96" y="584"/>
                    </a:cubicBezTo>
                    <a:cubicBezTo>
                      <a:pt x="100" y="584"/>
                      <a:pt x="104" y="583"/>
                      <a:pt x="107" y="583"/>
                    </a:cubicBezTo>
                    <a:lnTo>
                      <a:pt x="878" y="440"/>
                    </a:lnTo>
                    <a:cubicBezTo>
                      <a:pt x="949" y="429"/>
                      <a:pt x="997" y="322"/>
                      <a:pt x="997" y="203"/>
                    </a:cubicBezTo>
                    <a:lnTo>
                      <a:pt x="997" y="191"/>
                    </a:lnTo>
                    <a:cubicBezTo>
                      <a:pt x="997" y="80"/>
                      <a:pt x="955" y="0"/>
                      <a:pt x="8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2" name="Google Shape;602;p69"/>
            <p:cNvGrpSpPr/>
            <p:nvPr/>
          </p:nvGrpSpPr>
          <p:grpSpPr>
            <a:xfrm>
              <a:off x="7745083" y="1981337"/>
              <a:ext cx="55717" cy="445120"/>
              <a:chOff x="7409759" y="2001739"/>
              <a:chExt cx="49575" cy="396050"/>
            </a:xfrm>
          </p:grpSpPr>
          <p:sp>
            <p:nvSpPr>
              <p:cNvPr id="603" name="Google Shape;603;p69"/>
              <p:cNvSpPr/>
              <p:nvPr/>
            </p:nvSpPr>
            <p:spPr>
              <a:xfrm>
                <a:off x="7409759" y="2001739"/>
                <a:ext cx="16075" cy="16750"/>
              </a:xfrm>
              <a:custGeom>
                <a:rect b="b" l="l" r="r" t="t"/>
                <a:pathLst>
                  <a:path extrusionOk="0" h="273" w="262">
                    <a:moveTo>
                      <a:pt x="262" y="0"/>
                    </a:moveTo>
                    <a:lnTo>
                      <a:pt x="1" y="60"/>
                    </a:lnTo>
                    <a:lnTo>
                      <a:pt x="1" y="273"/>
                    </a:lnTo>
                    <a:lnTo>
                      <a:pt x="262" y="22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69"/>
              <p:cNvSpPr/>
              <p:nvPr/>
            </p:nvSpPr>
            <p:spPr>
              <a:xfrm>
                <a:off x="7409759" y="2036650"/>
                <a:ext cx="24113" cy="16811"/>
              </a:xfrm>
              <a:custGeom>
                <a:rect b="b" l="l" r="r" t="t"/>
                <a:pathLst>
                  <a:path extrusionOk="0" h="274" w="393">
                    <a:moveTo>
                      <a:pt x="392" y="0"/>
                    </a:moveTo>
                    <a:lnTo>
                      <a:pt x="1" y="60"/>
                    </a:lnTo>
                    <a:lnTo>
                      <a:pt x="1" y="273"/>
                    </a:lnTo>
                    <a:lnTo>
                      <a:pt x="392" y="214"/>
                    </a:lnTo>
                    <a:lnTo>
                      <a:pt x="39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69"/>
              <p:cNvSpPr/>
              <p:nvPr/>
            </p:nvSpPr>
            <p:spPr>
              <a:xfrm>
                <a:off x="7437430" y="2033766"/>
                <a:ext cx="12394" cy="16014"/>
              </a:xfrm>
              <a:custGeom>
                <a:rect b="b" l="l" r="r" t="t"/>
                <a:pathLst>
                  <a:path extrusionOk="0" h="261" w="202">
                    <a:moveTo>
                      <a:pt x="202" y="0"/>
                    </a:moveTo>
                    <a:lnTo>
                      <a:pt x="0" y="36"/>
                    </a:lnTo>
                    <a:lnTo>
                      <a:pt x="0" y="261"/>
                    </a:lnTo>
                    <a:lnTo>
                      <a:pt x="202" y="225"/>
                    </a:ln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69"/>
              <p:cNvSpPr/>
              <p:nvPr/>
            </p:nvSpPr>
            <p:spPr>
              <a:xfrm>
                <a:off x="7451235" y="2032294"/>
                <a:ext cx="8099" cy="15339"/>
              </a:xfrm>
              <a:custGeom>
                <a:rect b="b" l="l" r="r" t="t"/>
                <a:pathLst>
                  <a:path extrusionOk="0" h="250" w="132">
                    <a:moveTo>
                      <a:pt x="131" y="0"/>
                    </a:moveTo>
                    <a:lnTo>
                      <a:pt x="1" y="24"/>
                    </a:lnTo>
                    <a:lnTo>
                      <a:pt x="1" y="249"/>
                    </a:lnTo>
                    <a:lnTo>
                      <a:pt x="131" y="226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69"/>
              <p:cNvSpPr/>
              <p:nvPr/>
            </p:nvSpPr>
            <p:spPr>
              <a:xfrm>
                <a:off x="7409759" y="2074507"/>
                <a:ext cx="10983" cy="14602"/>
              </a:xfrm>
              <a:custGeom>
                <a:rect b="b" l="l" r="r" t="t"/>
                <a:pathLst>
                  <a:path extrusionOk="0" h="238" w="179">
                    <a:moveTo>
                      <a:pt x="179" y="0"/>
                    </a:moveTo>
                    <a:lnTo>
                      <a:pt x="1" y="24"/>
                    </a:lnTo>
                    <a:lnTo>
                      <a:pt x="1" y="237"/>
                    </a:lnTo>
                    <a:lnTo>
                      <a:pt x="179" y="214"/>
                    </a:lnTo>
                    <a:lnTo>
                      <a:pt x="17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69"/>
              <p:cNvSpPr/>
              <p:nvPr/>
            </p:nvSpPr>
            <p:spPr>
              <a:xfrm>
                <a:off x="7424300" y="2069414"/>
                <a:ext cx="31352" cy="18222"/>
              </a:xfrm>
              <a:custGeom>
                <a:rect b="b" l="l" r="r" t="t"/>
                <a:pathLst>
                  <a:path extrusionOk="0" h="297" w="511">
                    <a:moveTo>
                      <a:pt x="511" y="0"/>
                    </a:moveTo>
                    <a:lnTo>
                      <a:pt x="1" y="71"/>
                    </a:lnTo>
                    <a:lnTo>
                      <a:pt x="1" y="297"/>
                    </a:lnTo>
                    <a:lnTo>
                      <a:pt x="511" y="226"/>
                    </a:lnTo>
                    <a:lnTo>
                      <a:pt x="5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69"/>
              <p:cNvSpPr/>
              <p:nvPr/>
            </p:nvSpPr>
            <p:spPr>
              <a:xfrm>
                <a:off x="7444670" y="2106534"/>
                <a:ext cx="14664" cy="14602"/>
              </a:xfrm>
              <a:custGeom>
                <a:rect b="b" l="l" r="r" t="t"/>
                <a:pathLst>
                  <a:path extrusionOk="0" h="238" w="239">
                    <a:moveTo>
                      <a:pt x="238" y="0"/>
                    </a:moveTo>
                    <a:lnTo>
                      <a:pt x="1" y="24"/>
                    </a:lnTo>
                    <a:lnTo>
                      <a:pt x="1" y="237"/>
                    </a:lnTo>
                    <a:lnTo>
                      <a:pt x="238" y="225"/>
                    </a:lnTo>
                    <a:lnTo>
                      <a:pt x="23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69"/>
              <p:cNvSpPr/>
              <p:nvPr/>
            </p:nvSpPr>
            <p:spPr>
              <a:xfrm>
                <a:off x="7409759" y="2107945"/>
                <a:ext cx="33561" cy="16075"/>
              </a:xfrm>
              <a:custGeom>
                <a:rect b="b" l="l" r="r" t="t"/>
                <a:pathLst>
                  <a:path extrusionOk="0" h="262" w="547">
                    <a:moveTo>
                      <a:pt x="546" y="1"/>
                    </a:moveTo>
                    <a:lnTo>
                      <a:pt x="1" y="48"/>
                    </a:lnTo>
                    <a:lnTo>
                      <a:pt x="1" y="262"/>
                    </a:lnTo>
                    <a:lnTo>
                      <a:pt x="546" y="214"/>
                    </a:lnTo>
                    <a:lnTo>
                      <a:pt x="54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69"/>
              <p:cNvSpPr/>
              <p:nvPr/>
            </p:nvSpPr>
            <p:spPr>
              <a:xfrm>
                <a:off x="7409759" y="2145065"/>
                <a:ext cx="21167" cy="14602"/>
              </a:xfrm>
              <a:custGeom>
                <a:rect b="b" l="l" r="r" t="t"/>
                <a:pathLst>
                  <a:path extrusionOk="0" h="238" w="345">
                    <a:moveTo>
                      <a:pt x="345" y="1"/>
                    </a:moveTo>
                    <a:lnTo>
                      <a:pt x="1" y="12"/>
                    </a:lnTo>
                    <a:lnTo>
                      <a:pt x="1" y="238"/>
                    </a:lnTo>
                    <a:lnTo>
                      <a:pt x="345" y="214"/>
                    </a:lnTo>
                    <a:lnTo>
                      <a:pt x="34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69"/>
              <p:cNvSpPr/>
              <p:nvPr/>
            </p:nvSpPr>
            <p:spPr>
              <a:xfrm>
                <a:off x="7433810" y="2144329"/>
                <a:ext cx="9510" cy="13928"/>
              </a:xfrm>
              <a:custGeom>
                <a:rect b="b" l="l" r="r" t="t"/>
                <a:pathLst>
                  <a:path extrusionOk="0" h="227" w="155">
                    <a:moveTo>
                      <a:pt x="0" y="1"/>
                    </a:moveTo>
                    <a:lnTo>
                      <a:pt x="0" y="226"/>
                    </a:lnTo>
                    <a:lnTo>
                      <a:pt x="154" y="214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69"/>
              <p:cNvSpPr/>
              <p:nvPr/>
            </p:nvSpPr>
            <p:spPr>
              <a:xfrm>
                <a:off x="7444670" y="2143593"/>
                <a:ext cx="5890" cy="13928"/>
              </a:xfrm>
              <a:custGeom>
                <a:rect b="b" l="l" r="r" t="t"/>
                <a:pathLst>
                  <a:path extrusionOk="0" h="227" w="96">
                    <a:moveTo>
                      <a:pt x="96" y="1"/>
                    </a:moveTo>
                    <a:lnTo>
                      <a:pt x="1" y="13"/>
                    </a:lnTo>
                    <a:lnTo>
                      <a:pt x="1" y="226"/>
                    </a:lnTo>
                    <a:lnTo>
                      <a:pt x="96" y="226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69"/>
              <p:cNvSpPr/>
              <p:nvPr/>
            </p:nvSpPr>
            <p:spPr>
              <a:xfrm>
                <a:off x="7441050" y="2194579"/>
                <a:ext cx="14602" cy="37856"/>
              </a:xfrm>
              <a:custGeom>
                <a:rect b="b" l="l" r="r" t="t"/>
                <a:pathLst>
                  <a:path extrusionOk="0" h="617" w="238">
                    <a:moveTo>
                      <a:pt x="119" y="0"/>
                    </a:moveTo>
                    <a:cubicBezTo>
                      <a:pt x="48" y="0"/>
                      <a:pt x="1" y="130"/>
                      <a:pt x="1" y="308"/>
                    </a:cubicBezTo>
                    <a:cubicBezTo>
                      <a:pt x="1" y="474"/>
                      <a:pt x="48" y="617"/>
                      <a:pt x="119" y="617"/>
                    </a:cubicBezTo>
                    <a:cubicBezTo>
                      <a:pt x="190" y="617"/>
                      <a:pt x="238" y="486"/>
                      <a:pt x="238" y="308"/>
                    </a:cubicBezTo>
                    <a:cubicBezTo>
                      <a:pt x="238" y="142"/>
                      <a:pt x="190" y="0"/>
                      <a:pt x="11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69"/>
              <p:cNvSpPr/>
              <p:nvPr/>
            </p:nvSpPr>
            <p:spPr>
              <a:xfrm>
                <a:off x="7441050" y="2276796"/>
                <a:ext cx="14602" cy="38592"/>
              </a:xfrm>
              <a:custGeom>
                <a:rect b="b" l="l" r="r" t="t"/>
                <a:pathLst>
                  <a:path extrusionOk="0" h="629" w="238">
                    <a:moveTo>
                      <a:pt x="119" y="0"/>
                    </a:moveTo>
                    <a:cubicBezTo>
                      <a:pt x="48" y="0"/>
                      <a:pt x="1" y="131"/>
                      <a:pt x="1" y="297"/>
                    </a:cubicBezTo>
                    <a:cubicBezTo>
                      <a:pt x="1" y="475"/>
                      <a:pt x="48" y="617"/>
                      <a:pt x="119" y="629"/>
                    </a:cubicBezTo>
                    <a:cubicBezTo>
                      <a:pt x="190" y="629"/>
                      <a:pt x="238" y="498"/>
                      <a:pt x="238" y="332"/>
                    </a:cubicBezTo>
                    <a:cubicBezTo>
                      <a:pt x="238" y="154"/>
                      <a:pt x="190" y="12"/>
                      <a:pt x="11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69"/>
              <p:cNvSpPr/>
              <p:nvPr/>
            </p:nvSpPr>
            <p:spPr>
              <a:xfrm>
                <a:off x="7441050" y="2359687"/>
                <a:ext cx="14602" cy="38101"/>
              </a:xfrm>
              <a:custGeom>
                <a:rect b="b" l="l" r="r" t="t"/>
                <a:pathLst>
                  <a:path extrusionOk="0" h="621" w="238">
                    <a:moveTo>
                      <a:pt x="110" y="0"/>
                    </a:moveTo>
                    <a:cubicBezTo>
                      <a:pt x="44" y="0"/>
                      <a:pt x="1" y="127"/>
                      <a:pt x="1" y="286"/>
                    </a:cubicBezTo>
                    <a:cubicBezTo>
                      <a:pt x="1" y="464"/>
                      <a:pt x="48" y="606"/>
                      <a:pt x="119" y="618"/>
                    </a:cubicBezTo>
                    <a:cubicBezTo>
                      <a:pt x="125" y="620"/>
                      <a:pt x="130" y="621"/>
                      <a:pt x="136" y="621"/>
                    </a:cubicBezTo>
                    <a:cubicBezTo>
                      <a:pt x="198" y="621"/>
                      <a:pt x="238" y="497"/>
                      <a:pt x="238" y="333"/>
                    </a:cubicBezTo>
                    <a:cubicBezTo>
                      <a:pt x="238" y="167"/>
                      <a:pt x="190" y="13"/>
                      <a:pt x="119" y="1"/>
                    </a:cubicBezTo>
                    <a:cubicBezTo>
                      <a:pt x="116" y="1"/>
                      <a:pt x="113" y="0"/>
                      <a:pt x="11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17" name="Google Shape;617;p69"/>
            <p:cNvSpPr/>
            <p:nvPr/>
          </p:nvSpPr>
          <p:spPr>
            <a:xfrm>
              <a:off x="7023194" y="2206777"/>
              <a:ext cx="153017" cy="192605"/>
            </a:xfrm>
            <a:custGeom>
              <a:rect b="b" l="l" r="r" t="t"/>
              <a:pathLst>
                <a:path extrusionOk="0" h="2793" w="2219">
                  <a:moveTo>
                    <a:pt x="677" y="1"/>
                  </a:moveTo>
                  <a:cubicBezTo>
                    <a:pt x="632" y="1"/>
                    <a:pt x="592" y="2"/>
                    <a:pt x="558" y="5"/>
                  </a:cubicBezTo>
                  <a:cubicBezTo>
                    <a:pt x="487" y="788"/>
                    <a:pt x="333" y="1654"/>
                    <a:pt x="0" y="2401"/>
                  </a:cubicBezTo>
                  <a:cubicBezTo>
                    <a:pt x="82" y="2397"/>
                    <a:pt x="163" y="2395"/>
                    <a:pt x="245" y="2395"/>
                  </a:cubicBezTo>
                  <a:cubicBezTo>
                    <a:pt x="924" y="2395"/>
                    <a:pt x="1604" y="2528"/>
                    <a:pt x="2218" y="2793"/>
                  </a:cubicBezTo>
                  <a:cubicBezTo>
                    <a:pt x="1969" y="1950"/>
                    <a:pt x="1732" y="1061"/>
                    <a:pt x="1803" y="172"/>
                  </a:cubicBezTo>
                  <a:cubicBezTo>
                    <a:pt x="1514" y="68"/>
                    <a:pt x="982" y="1"/>
                    <a:pt x="677" y="1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69"/>
            <p:cNvSpPr/>
            <p:nvPr/>
          </p:nvSpPr>
          <p:spPr>
            <a:xfrm>
              <a:off x="7069811" y="2206294"/>
              <a:ext cx="106401" cy="193088"/>
            </a:xfrm>
            <a:custGeom>
              <a:rect b="b" l="l" r="r" t="t"/>
              <a:pathLst>
                <a:path extrusionOk="0" h="2800" w="1543">
                  <a:moveTo>
                    <a:pt x="0" y="1"/>
                  </a:moveTo>
                  <a:cubicBezTo>
                    <a:pt x="178" y="914"/>
                    <a:pt x="724" y="1744"/>
                    <a:pt x="1056" y="2622"/>
                  </a:cubicBezTo>
                  <a:cubicBezTo>
                    <a:pt x="1222" y="2669"/>
                    <a:pt x="1388" y="2740"/>
                    <a:pt x="1542" y="2800"/>
                  </a:cubicBezTo>
                  <a:cubicBezTo>
                    <a:pt x="1293" y="1957"/>
                    <a:pt x="1068" y="1068"/>
                    <a:pt x="1127" y="179"/>
                  </a:cubicBezTo>
                  <a:cubicBezTo>
                    <a:pt x="843" y="72"/>
                    <a:pt x="309" y="1"/>
                    <a:pt x="0" y="1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69"/>
            <p:cNvSpPr/>
            <p:nvPr/>
          </p:nvSpPr>
          <p:spPr>
            <a:xfrm>
              <a:off x="7078017" y="2207122"/>
              <a:ext cx="71992" cy="82683"/>
            </a:xfrm>
            <a:custGeom>
              <a:rect b="b" l="l" r="r" t="t"/>
              <a:pathLst>
                <a:path extrusionOk="0" h="1199" w="1044">
                  <a:moveTo>
                    <a:pt x="0" y="0"/>
                  </a:moveTo>
                  <a:cubicBezTo>
                    <a:pt x="190" y="558"/>
                    <a:pt x="569" y="949"/>
                    <a:pt x="1044" y="1198"/>
                  </a:cubicBezTo>
                  <a:cubicBezTo>
                    <a:pt x="1008" y="854"/>
                    <a:pt x="984" y="510"/>
                    <a:pt x="1008" y="167"/>
                  </a:cubicBezTo>
                  <a:cubicBezTo>
                    <a:pt x="747" y="72"/>
                    <a:pt x="308" y="12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69"/>
            <p:cNvSpPr/>
            <p:nvPr/>
          </p:nvSpPr>
          <p:spPr>
            <a:xfrm>
              <a:off x="7029745" y="2036515"/>
              <a:ext cx="202873" cy="213224"/>
            </a:xfrm>
            <a:custGeom>
              <a:rect b="b" l="l" r="r" t="t"/>
              <a:pathLst>
                <a:path extrusionOk="0" h="3092" w="2942">
                  <a:moveTo>
                    <a:pt x="1371" y="0"/>
                  </a:moveTo>
                  <a:cubicBezTo>
                    <a:pt x="947" y="0"/>
                    <a:pt x="514" y="152"/>
                    <a:pt x="309" y="553"/>
                  </a:cubicBezTo>
                  <a:cubicBezTo>
                    <a:pt x="0" y="1182"/>
                    <a:pt x="95" y="2142"/>
                    <a:pt x="676" y="2605"/>
                  </a:cubicBezTo>
                  <a:cubicBezTo>
                    <a:pt x="1068" y="2925"/>
                    <a:pt x="1767" y="3056"/>
                    <a:pt x="2266" y="3091"/>
                  </a:cubicBezTo>
                  <a:cubicBezTo>
                    <a:pt x="2267" y="3091"/>
                    <a:pt x="2269" y="3091"/>
                    <a:pt x="2271" y="3091"/>
                  </a:cubicBezTo>
                  <a:cubicBezTo>
                    <a:pt x="2445" y="3091"/>
                    <a:pt x="2527" y="2521"/>
                    <a:pt x="2562" y="2415"/>
                  </a:cubicBezTo>
                  <a:cubicBezTo>
                    <a:pt x="2586" y="2285"/>
                    <a:pt x="2633" y="2119"/>
                    <a:pt x="2657" y="1965"/>
                  </a:cubicBezTo>
                  <a:cubicBezTo>
                    <a:pt x="2728" y="1941"/>
                    <a:pt x="2811" y="1905"/>
                    <a:pt x="2894" y="1858"/>
                  </a:cubicBezTo>
                  <a:cubicBezTo>
                    <a:pt x="2918" y="1846"/>
                    <a:pt x="2930" y="1763"/>
                    <a:pt x="2942" y="1727"/>
                  </a:cubicBezTo>
                  <a:cubicBezTo>
                    <a:pt x="2942" y="1692"/>
                    <a:pt x="2918" y="1692"/>
                    <a:pt x="2894" y="1656"/>
                  </a:cubicBezTo>
                  <a:cubicBezTo>
                    <a:pt x="2764" y="1526"/>
                    <a:pt x="2550" y="1383"/>
                    <a:pt x="2455" y="1229"/>
                  </a:cubicBezTo>
                  <a:cubicBezTo>
                    <a:pt x="2396" y="1075"/>
                    <a:pt x="2443" y="826"/>
                    <a:pt x="2432" y="672"/>
                  </a:cubicBezTo>
                  <a:cubicBezTo>
                    <a:pt x="2384" y="328"/>
                    <a:pt x="2052" y="91"/>
                    <a:pt x="1708" y="31"/>
                  </a:cubicBezTo>
                  <a:cubicBezTo>
                    <a:pt x="1600" y="11"/>
                    <a:pt x="1486" y="0"/>
                    <a:pt x="1371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69"/>
            <p:cNvSpPr/>
            <p:nvPr/>
          </p:nvSpPr>
          <p:spPr>
            <a:xfrm>
              <a:off x="7030573" y="2036515"/>
              <a:ext cx="163636" cy="173917"/>
            </a:xfrm>
            <a:custGeom>
              <a:rect b="b" l="l" r="r" t="t"/>
              <a:pathLst>
                <a:path extrusionOk="0" h="2522" w="2373">
                  <a:moveTo>
                    <a:pt x="1359" y="0"/>
                  </a:moveTo>
                  <a:cubicBezTo>
                    <a:pt x="935" y="0"/>
                    <a:pt x="502" y="152"/>
                    <a:pt x="297" y="553"/>
                  </a:cubicBezTo>
                  <a:cubicBezTo>
                    <a:pt x="0" y="1146"/>
                    <a:pt x="71" y="2036"/>
                    <a:pt x="569" y="2522"/>
                  </a:cubicBezTo>
                  <a:cubicBezTo>
                    <a:pt x="653" y="2415"/>
                    <a:pt x="747" y="2320"/>
                    <a:pt x="842" y="2214"/>
                  </a:cubicBezTo>
                  <a:cubicBezTo>
                    <a:pt x="676" y="1929"/>
                    <a:pt x="653" y="1597"/>
                    <a:pt x="819" y="1253"/>
                  </a:cubicBezTo>
                  <a:cubicBezTo>
                    <a:pt x="877" y="1224"/>
                    <a:pt x="936" y="1211"/>
                    <a:pt x="995" y="1211"/>
                  </a:cubicBezTo>
                  <a:cubicBezTo>
                    <a:pt x="1197" y="1211"/>
                    <a:pt x="1397" y="1359"/>
                    <a:pt x="1589" y="1478"/>
                  </a:cubicBezTo>
                  <a:cubicBezTo>
                    <a:pt x="1886" y="1194"/>
                    <a:pt x="2159" y="885"/>
                    <a:pt x="2372" y="518"/>
                  </a:cubicBezTo>
                  <a:cubicBezTo>
                    <a:pt x="2265" y="257"/>
                    <a:pt x="1981" y="79"/>
                    <a:pt x="1696" y="31"/>
                  </a:cubicBezTo>
                  <a:cubicBezTo>
                    <a:pt x="1588" y="11"/>
                    <a:pt x="1474" y="0"/>
                    <a:pt x="1359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69"/>
            <p:cNvSpPr/>
            <p:nvPr/>
          </p:nvSpPr>
          <p:spPr>
            <a:xfrm>
              <a:off x="7069811" y="2072167"/>
              <a:ext cx="162809" cy="177572"/>
            </a:xfrm>
            <a:custGeom>
              <a:rect b="b" l="l" r="r" t="t"/>
              <a:pathLst>
                <a:path extrusionOk="0" h="2575" w="2361">
                  <a:moveTo>
                    <a:pt x="1803" y="1"/>
                  </a:moveTo>
                  <a:cubicBezTo>
                    <a:pt x="1341" y="795"/>
                    <a:pt x="558" y="1329"/>
                    <a:pt x="0" y="2005"/>
                  </a:cubicBezTo>
                  <a:cubicBezTo>
                    <a:pt x="36" y="2041"/>
                    <a:pt x="60" y="2064"/>
                    <a:pt x="95" y="2088"/>
                  </a:cubicBezTo>
                  <a:cubicBezTo>
                    <a:pt x="487" y="2408"/>
                    <a:pt x="1186" y="2539"/>
                    <a:pt x="1685" y="2574"/>
                  </a:cubicBezTo>
                  <a:cubicBezTo>
                    <a:pt x="1686" y="2574"/>
                    <a:pt x="1688" y="2574"/>
                    <a:pt x="1690" y="2574"/>
                  </a:cubicBezTo>
                  <a:cubicBezTo>
                    <a:pt x="1864" y="2574"/>
                    <a:pt x="1958" y="2016"/>
                    <a:pt x="1981" y="1898"/>
                  </a:cubicBezTo>
                  <a:cubicBezTo>
                    <a:pt x="2005" y="1768"/>
                    <a:pt x="2052" y="1602"/>
                    <a:pt x="2076" y="1448"/>
                  </a:cubicBezTo>
                  <a:cubicBezTo>
                    <a:pt x="2159" y="1424"/>
                    <a:pt x="2230" y="1388"/>
                    <a:pt x="2313" y="1341"/>
                  </a:cubicBezTo>
                  <a:cubicBezTo>
                    <a:pt x="2337" y="1329"/>
                    <a:pt x="2361" y="1246"/>
                    <a:pt x="2361" y="1210"/>
                  </a:cubicBezTo>
                  <a:cubicBezTo>
                    <a:pt x="2361" y="1175"/>
                    <a:pt x="2337" y="1175"/>
                    <a:pt x="2313" y="1139"/>
                  </a:cubicBezTo>
                  <a:cubicBezTo>
                    <a:pt x="2183" y="1009"/>
                    <a:pt x="1969" y="866"/>
                    <a:pt x="1874" y="712"/>
                  </a:cubicBezTo>
                  <a:cubicBezTo>
                    <a:pt x="1815" y="558"/>
                    <a:pt x="1862" y="309"/>
                    <a:pt x="1851" y="155"/>
                  </a:cubicBezTo>
                  <a:cubicBezTo>
                    <a:pt x="1839" y="96"/>
                    <a:pt x="1827" y="48"/>
                    <a:pt x="1803" y="1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69"/>
            <p:cNvSpPr/>
            <p:nvPr/>
          </p:nvSpPr>
          <p:spPr>
            <a:xfrm>
              <a:off x="7101739" y="2133680"/>
              <a:ext cx="26204" cy="43238"/>
            </a:xfrm>
            <a:custGeom>
              <a:rect b="b" l="l" r="r" t="t"/>
              <a:pathLst>
                <a:path extrusionOk="0" h="627" w="380">
                  <a:moveTo>
                    <a:pt x="152" y="0"/>
                  </a:moveTo>
                  <a:cubicBezTo>
                    <a:pt x="111" y="0"/>
                    <a:pt x="73" y="20"/>
                    <a:pt x="47" y="46"/>
                  </a:cubicBezTo>
                  <a:cubicBezTo>
                    <a:pt x="0" y="93"/>
                    <a:pt x="0" y="152"/>
                    <a:pt x="24" y="200"/>
                  </a:cubicBezTo>
                  <a:cubicBezTo>
                    <a:pt x="41" y="234"/>
                    <a:pt x="84" y="256"/>
                    <a:pt x="124" y="256"/>
                  </a:cubicBezTo>
                  <a:cubicBezTo>
                    <a:pt x="139" y="256"/>
                    <a:pt x="153" y="254"/>
                    <a:pt x="166" y="247"/>
                  </a:cubicBezTo>
                  <a:lnTo>
                    <a:pt x="166" y="247"/>
                  </a:lnTo>
                  <a:cubicBezTo>
                    <a:pt x="154" y="295"/>
                    <a:pt x="107" y="306"/>
                    <a:pt x="71" y="342"/>
                  </a:cubicBezTo>
                  <a:cubicBezTo>
                    <a:pt x="36" y="378"/>
                    <a:pt x="24" y="437"/>
                    <a:pt x="47" y="496"/>
                  </a:cubicBezTo>
                  <a:cubicBezTo>
                    <a:pt x="59" y="544"/>
                    <a:pt x="107" y="591"/>
                    <a:pt x="142" y="627"/>
                  </a:cubicBezTo>
                  <a:cubicBezTo>
                    <a:pt x="154" y="579"/>
                    <a:pt x="202" y="520"/>
                    <a:pt x="249" y="496"/>
                  </a:cubicBezTo>
                  <a:cubicBezTo>
                    <a:pt x="285" y="484"/>
                    <a:pt x="308" y="473"/>
                    <a:pt x="332" y="461"/>
                  </a:cubicBezTo>
                  <a:cubicBezTo>
                    <a:pt x="356" y="449"/>
                    <a:pt x="380" y="413"/>
                    <a:pt x="368" y="389"/>
                  </a:cubicBezTo>
                  <a:cubicBezTo>
                    <a:pt x="356" y="342"/>
                    <a:pt x="273" y="318"/>
                    <a:pt x="285" y="259"/>
                  </a:cubicBezTo>
                  <a:cubicBezTo>
                    <a:pt x="285" y="223"/>
                    <a:pt x="332" y="212"/>
                    <a:pt x="344" y="188"/>
                  </a:cubicBezTo>
                  <a:cubicBezTo>
                    <a:pt x="356" y="152"/>
                    <a:pt x="344" y="129"/>
                    <a:pt x="332" y="105"/>
                  </a:cubicBezTo>
                  <a:cubicBezTo>
                    <a:pt x="297" y="57"/>
                    <a:pt x="249" y="22"/>
                    <a:pt x="202" y="10"/>
                  </a:cubicBezTo>
                  <a:cubicBezTo>
                    <a:pt x="185" y="3"/>
                    <a:pt x="169" y="0"/>
                    <a:pt x="152" y="0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69"/>
            <p:cNvSpPr/>
            <p:nvPr/>
          </p:nvSpPr>
          <p:spPr>
            <a:xfrm>
              <a:off x="6900515" y="2020654"/>
              <a:ext cx="139087" cy="232533"/>
            </a:xfrm>
            <a:custGeom>
              <a:rect b="b" l="l" r="r" t="t"/>
              <a:pathLst>
                <a:path extrusionOk="0" h="3372" w="2017">
                  <a:moveTo>
                    <a:pt x="892" y="0"/>
                  </a:moveTo>
                  <a:cubicBezTo>
                    <a:pt x="818" y="0"/>
                    <a:pt x="743" y="21"/>
                    <a:pt x="677" y="60"/>
                  </a:cubicBezTo>
                  <a:cubicBezTo>
                    <a:pt x="534" y="131"/>
                    <a:pt x="427" y="261"/>
                    <a:pt x="368" y="416"/>
                  </a:cubicBezTo>
                  <a:cubicBezTo>
                    <a:pt x="238" y="760"/>
                    <a:pt x="297" y="1151"/>
                    <a:pt x="250" y="1507"/>
                  </a:cubicBezTo>
                  <a:cubicBezTo>
                    <a:pt x="214" y="1744"/>
                    <a:pt x="119" y="1981"/>
                    <a:pt x="72" y="2218"/>
                  </a:cubicBezTo>
                  <a:cubicBezTo>
                    <a:pt x="12" y="2444"/>
                    <a:pt x="1" y="2704"/>
                    <a:pt x="107" y="2930"/>
                  </a:cubicBezTo>
                  <a:cubicBezTo>
                    <a:pt x="226" y="3179"/>
                    <a:pt x="499" y="3345"/>
                    <a:pt x="771" y="3369"/>
                  </a:cubicBezTo>
                  <a:cubicBezTo>
                    <a:pt x="798" y="3371"/>
                    <a:pt x="824" y="3372"/>
                    <a:pt x="850" y="3372"/>
                  </a:cubicBezTo>
                  <a:cubicBezTo>
                    <a:pt x="1108" y="3372"/>
                    <a:pt x="1360" y="3268"/>
                    <a:pt x="1554" y="3096"/>
                  </a:cubicBezTo>
                  <a:cubicBezTo>
                    <a:pt x="1768" y="2918"/>
                    <a:pt x="1922" y="2669"/>
                    <a:pt x="2017" y="2408"/>
                  </a:cubicBezTo>
                  <a:cubicBezTo>
                    <a:pt x="1459" y="1934"/>
                    <a:pt x="1222" y="1103"/>
                    <a:pt x="1471" y="404"/>
                  </a:cubicBezTo>
                  <a:lnTo>
                    <a:pt x="1471" y="404"/>
                  </a:lnTo>
                  <a:lnTo>
                    <a:pt x="1198" y="510"/>
                  </a:lnTo>
                  <a:cubicBezTo>
                    <a:pt x="1293" y="380"/>
                    <a:pt x="1258" y="178"/>
                    <a:pt x="1127" y="83"/>
                  </a:cubicBezTo>
                  <a:cubicBezTo>
                    <a:pt x="1058" y="27"/>
                    <a:pt x="975" y="0"/>
                    <a:pt x="892" y="0"/>
                  </a:cubicBezTo>
                  <a:close/>
                </a:path>
              </a:pathLst>
            </a:custGeom>
            <a:solidFill>
              <a:srgbClr val="5B0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69"/>
            <p:cNvSpPr/>
            <p:nvPr/>
          </p:nvSpPr>
          <p:spPr>
            <a:xfrm>
              <a:off x="6971681" y="2018172"/>
              <a:ext cx="219216" cy="206190"/>
            </a:xfrm>
            <a:custGeom>
              <a:rect b="b" l="l" r="r" t="t"/>
              <a:pathLst>
                <a:path extrusionOk="0" h="2990" w="3179">
                  <a:moveTo>
                    <a:pt x="1507" y="1"/>
                  </a:moveTo>
                  <a:cubicBezTo>
                    <a:pt x="1198" y="1"/>
                    <a:pt x="866" y="36"/>
                    <a:pt x="605" y="191"/>
                  </a:cubicBezTo>
                  <a:cubicBezTo>
                    <a:pt x="202" y="428"/>
                    <a:pt x="0" y="926"/>
                    <a:pt x="60" y="1388"/>
                  </a:cubicBezTo>
                  <a:cubicBezTo>
                    <a:pt x="107" y="1851"/>
                    <a:pt x="344" y="2361"/>
                    <a:pt x="736" y="2622"/>
                  </a:cubicBezTo>
                  <a:cubicBezTo>
                    <a:pt x="1115" y="2871"/>
                    <a:pt x="1103" y="2954"/>
                    <a:pt x="1269" y="2990"/>
                  </a:cubicBezTo>
                  <a:cubicBezTo>
                    <a:pt x="1317" y="2622"/>
                    <a:pt x="1613" y="2693"/>
                    <a:pt x="1957" y="2385"/>
                  </a:cubicBezTo>
                  <a:cubicBezTo>
                    <a:pt x="1910" y="2314"/>
                    <a:pt x="1874" y="2219"/>
                    <a:pt x="1850" y="2124"/>
                  </a:cubicBezTo>
                  <a:cubicBezTo>
                    <a:pt x="1815" y="2017"/>
                    <a:pt x="1791" y="1898"/>
                    <a:pt x="1815" y="1780"/>
                  </a:cubicBezTo>
                  <a:cubicBezTo>
                    <a:pt x="1839" y="1673"/>
                    <a:pt x="1922" y="1555"/>
                    <a:pt x="2040" y="1555"/>
                  </a:cubicBezTo>
                  <a:cubicBezTo>
                    <a:pt x="2135" y="1555"/>
                    <a:pt x="2289" y="1673"/>
                    <a:pt x="2396" y="1768"/>
                  </a:cubicBezTo>
                  <a:cubicBezTo>
                    <a:pt x="2432" y="1685"/>
                    <a:pt x="2467" y="1590"/>
                    <a:pt x="2503" y="1495"/>
                  </a:cubicBezTo>
                  <a:cubicBezTo>
                    <a:pt x="2598" y="1270"/>
                    <a:pt x="2835" y="1139"/>
                    <a:pt x="2977" y="938"/>
                  </a:cubicBezTo>
                  <a:cubicBezTo>
                    <a:pt x="3143" y="701"/>
                    <a:pt x="3179" y="369"/>
                    <a:pt x="3060" y="96"/>
                  </a:cubicBezTo>
                  <a:cubicBezTo>
                    <a:pt x="2538" y="48"/>
                    <a:pt x="2028" y="1"/>
                    <a:pt x="1507" y="1"/>
                  </a:cubicBezTo>
                  <a:close/>
                </a:path>
              </a:pathLst>
            </a:custGeom>
            <a:solidFill>
              <a:srgbClr val="5B0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69"/>
            <p:cNvSpPr/>
            <p:nvPr/>
          </p:nvSpPr>
          <p:spPr>
            <a:xfrm>
              <a:off x="6961889" y="2057479"/>
              <a:ext cx="24549" cy="55651"/>
            </a:xfrm>
            <a:custGeom>
              <a:rect b="b" l="l" r="r" t="t"/>
              <a:pathLst>
                <a:path extrusionOk="0" h="807" w="356">
                  <a:moveTo>
                    <a:pt x="356" y="0"/>
                  </a:moveTo>
                  <a:lnTo>
                    <a:pt x="356" y="0"/>
                  </a:lnTo>
                  <a:cubicBezTo>
                    <a:pt x="202" y="48"/>
                    <a:pt x="71" y="190"/>
                    <a:pt x="36" y="344"/>
                  </a:cubicBezTo>
                  <a:cubicBezTo>
                    <a:pt x="0" y="510"/>
                    <a:pt x="47" y="688"/>
                    <a:pt x="154" y="807"/>
                  </a:cubicBezTo>
                  <a:cubicBezTo>
                    <a:pt x="142" y="522"/>
                    <a:pt x="213" y="237"/>
                    <a:pt x="3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69"/>
            <p:cNvSpPr/>
            <p:nvPr/>
          </p:nvSpPr>
          <p:spPr>
            <a:xfrm>
              <a:off x="7176973" y="4002286"/>
              <a:ext cx="224939" cy="67926"/>
            </a:xfrm>
            <a:custGeom>
              <a:rect b="b" l="l" r="r" t="t"/>
              <a:pathLst>
                <a:path extrusionOk="0" h="985" w="3262">
                  <a:moveTo>
                    <a:pt x="119" y="1"/>
                  </a:moveTo>
                  <a:cubicBezTo>
                    <a:pt x="119" y="36"/>
                    <a:pt x="59" y="131"/>
                    <a:pt x="48" y="167"/>
                  </a:cubicBezTo>
                  <a:cubicBezTo>
                    <a:pt x="12" y="333"/>
                    <a:pt x="0" y="558"/>
                    <a:pt x="142" y="653"/>
                  </a:cubicBezTo>
                  <a:cubicBezTo>
                    <a:pt x="190" y="700"/>
                    <a:pt x="510" y="807"/>
                    <a:pt x="569" y="807"/>
                  </a:cubicBezTo>
                  <a:cubicBezTo>
                    <a:pt x="984" y="866"/>
                    <a:pt x="1162" y="819"/>
                    <a:pt x="1566" y="866"/>
                  </a:cubicBezTo>
                  <a:cubicBezTo>
                    <a:pt x="1993" y="926"/>
                    <a:pt x="2123" y="973"/>
                    <a:pt x="2550" y="985"/>
                  </a:cubicBezTo>
                  <a:cubicBezTo>
                    <a:pt x="2716" y="985"/>
                    <a:pt x="3214" y="949"/>
                    <a:pt x="3250" y="783"/>
                  </a:cubicBezTo>
                  <a:cubicBezTo>
                    <a:pt x="3262" y="688"/>
                    <a:pt x="3202" y="594"/>
                    <a:pt x="3131" y="534"/>
                  </a:cubicBezTo>
                  <a:cubicBezTo>
                    <a:pt x="3060" y="487"/>
                    <a:pt x="2977" y="451"/>
                    <a:pt x="2894" y="416"/>
                  </a:cubicBezTo>
                  <a:cubicBezTo>
                    <a:pt x="2763" y="356"/>
                    <a:pt x="2574" y="262"/>
                    <a:pt x="2443" y="214"/>
                  </a:cubicBezTo>
                  <a:cubicBezTo>
                    <a:pt x="2431" y="238"/>
                    <a:pt x="2384" y="309"/>
                    <a:pt x="2360" y="333"/>
                  </a:cubicBezTo>
                  <a:cubicBezTo>
                    <a:pt x="2008" y="448"/>
                    <a:pt x="1648" y="551"/>
                    <a:pt x="1295" y="551"/>
                  </a:cubicBezTo>
                  <a:cubicBezTo>
                    <a:pt x="887" y="551"/>
                    <a:pt x="487" y="414"/>
                    <a:pt x="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69"/>
            <p:cNvSpPr/>
            <p:nvPr/>
          </p:nvSpPr>
          <p:spPr>
            <a:xfrm>
              <a:off x="7068156" y="3006988"/>
              <a:ext cx="280588" cy="1038262"/>
            </a:xfrm>
            <a:custGeom>
              <a:rect b="b" l="l" r="r" t="t"/>
              <a:pathLst>
                <a:path extrusionOk="0" h="15056" w="4069">
                  <a:moveTo>
                    <a:pt x="1" y="0"/>
                  </a:moveTo>
                  <a:cubicBezTo>
                    <a:pt x="1" y="961"/>
                    <a:pt x="226" y="1922"/>
                    <a:pt x="440" y="2870"/>
                  </a:cubicBezTo>
                  <a:cubicBezTo>
                    <a:pt x="772" y="4388"/>
                    <a:pt x="950" y="5183"/>
                    <a:pt x="1175" y="6725"/>
                  </a:cubicBezTo>
                  <a:cubicBezTo>
                    <a:pt x="1234" y="7081"/>
                    <a:pt x="1080" y="9073"/>
                    <a:pt x="1127" y="9429"/>
                  </a:cubicBezTo>
                  <a:cubicBezTo>
                    <a:pt x="1329" y="11089"/>
                    <a:pt x="1768" y="11872"/>
                    <a:pt x="1827" y="13532"/>
                  </a:cubicBezTo>
                  <a:cubicBezTo>
                    <a:pt x="1803" y="13876"/>
                    <a:pt x="1768" y="14220"/>
                    <a:pt x="1697" y="14505"/>
                  </a:cubicBezTo>
                  <a:cubicBezTo>
                    <a:pt x="2051" y="14909"/>
                    <a:pt x="2491" y="15056"/>
                    <a:pt x="2925" y="15056"/>
                  </a:cubicBezTo>
                  <a:cubicBezTo>
                    <a:pt x="3317" y="15056"/>
                    <a:pt x="3706" y="14935"/>
                    <a:pt x="4021" y="14778"/>
                  </a:cubicBezTo>
                  <a:cubicBezTo>
                    <a:pt x="4045" y="14754"/>
                    <a:pt x="4057" y="14718"/>
                    <a:pt x="4069" y="14695"/>
                  </a:cubicBezTo>
                  <a:cubicBezTo>
                    <a:pt x="3701" y="14517"/>
                    <a:pt x="3393" y="14362"/>
                    <a:pt x="3120" y="14149"/>
                  </a:cubicBezTo>
                  <a:cubicBezTo>
                    <a:pt x="2740" y="13864"/>
                    <a:pt x="2823" y="13509"/>
                    <a:pt x="2823" y="13509"/>
                  </a:cubicBezTo>
                  <a:cubicBezTo>
                    <a:pt x="2823" y="13354"/>
                    <a:pt x="2812" y="13212"/>
                    <a:pt x="2812" y="13058"/>
                  </a:cubicBezTo>
                  <a:cubicBezTo>
                    <a:pt x="3227" y="8694"/>
                    <a:pt x="3547" y="4377"/>
                    <a:pt x="3974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69"/>
            <p:cNvSpPr/>
            <p:nvPr/>
          </p:nvSpPr>
          <p:spPr>
            <a:xfrm>
              <a:off x="7067328" y="3006988"/>
              <a:ext cx="274037" cy="1029711"/>
            </a:xfrm>
            <a:custGeom>
              <a:rect b="b" l="l" r="r" t="t"/>
              <a:pathLst>
                <a:path extrusionOk="0" h="14932" w="3974">
                  <a:moveTo>
                    <a:pt x="1" y="0"/>
                  </a:moveTo>
                  <a:cubicBezTo>
                    <a:pt x="1" y="961"/>
                    <a:pt x="238" y="1922"/>
                    <a:pt x="452" y="2870"/>
                  </a:cubicBezTo>
                  <a:cubicBezTo>
                    <a:pt x="784" y="4388"/>
                    <a:pt x="962" y="5183"/>
                    <a:pt x="1187" y="6725"/>
                  </a:cubicBezTo>
                  <a:cubicBezTo>
                    <a:pt x="1234" y="7081"/>
                    <a:pt x="1092" y="9073"/>
                    <a:pt x="1128" y="9429"/>
                  </a:cubicBezTo>
                  <a:cubicBezTo>
                    <a:pt x="1341" y="11089"/>
                    <a:pt x="1780" y="11872"/>
                    <a:pt x="1839" y="13532"/>
                  </a:cubicBezTo>
                  <a:cubicBezTo>
                    <a:pt x="1815" y="13876"/>
                    <a:pt x="1768" y="14220"/>
                    <a:pt x="1709" y="14505"/>
                  </a:cubicBezTo>
                  <a:cubicBezTo>
                    <a:pt x="1887" y="14706"/>
                    <a:pt x="2088" y="14849"/>
                    <a:pt x="2302" y="14932"/>
                  </a:cubicBezTo>
                  <a:cubicBezTo>
                    <a:pt x="2029" y="12240"/>
                    <a:pt x="2658" y="9547"/>
                    <a:pt x="3073" y="6855"/>
                  </a:cubicBezTo>
                  <a:cubicBezTo>
                    <a:pt x="3084" y="6749"/>
                    <a:pt x="3156" y="6654"/>
                    <a:pt x="3262" y="6618"/>
                  </a:cubicBezTo>
                  <a:cubicBezTo>
                    <a:pt x="3310" y="6606"/>
                    <a:pt x="3357" y="6582"/>
                    <a:pt x="3393" y="6547"/>
                  </a:cubicBezTo>
                  <a:cubicBezTo>
                    <a:pt x="3583" y="4365"/>
                    <a:pt x="3772" y="2194"/>
                    <a:pt x="39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69"/>
            <p:cNvSpPr/>
            <p:nvPr/>
          </p:nvSpPr>
          <p:spPr>
            <a:xfrm>
              <a:off x="7123806" y="4056281"/>
              <a:ext cx="224939" cy="67098"/>
            </a:xfrm>
            <a:custGeom>
              <a:rect b="b" l="l" r="r" t="t"/>
              <a:pathLst>
                <a:path extrusionOk="0" h="973" w="3262">
                  <a:moveTo>
                    <a:pt x="119" y="0"/>
                  </a:moveTo>
                  <a:cubicBezTo>
                    <a:pt x="107" y="24"/>
                    <a:pt x="60" y="119"/>
                    <a:pt x="48" y="155"/>
                  </a:cubicBezTo>
                  <a:cubicBezTo>
                    <a:pt x="0" y="321"/>
                    <a:pt x="0" y="546"/>
                    <a:pt x="131" y="653"/>
                  </a:cubicBezTo>
                  <a:cubicBezTo>
                    <a:pt x="190" y="688"/>
                    <a:pt x="498" y="795"/>
                    <a:pt x="570" y="807"/>
                  </a:cubicBezTo>
                  <a:cubicBezTo>
                    <a:pt x="985" y="854"/>
                    <a:pt x="1151" y="819"/>
                    <a:pt x="1566" y="866"/>
                  </a:cubicBezTo>
                  <a:cubicBezTo>
                    <a:pt x="1981" y="914"/>
                    <a:pt x="2123" y="961"/>
                    <a:pt x="2538" y="973"/>
                  </a:cubicBezTo>
                  <a:cubicBezTo>
                    <a:pt x="2704" y="973"/>
                    <a:pt x="3214" y="937"/>
                    <a:pt x="3250" y="771"/>
                  </a:cubicBezTo>
                  <a:cubicBezTo>
                    <a:pt x="3262" y="676"/>
                    <a:pt x="3202" y="582"/>
                    <a:pt x="3131" y="534"/>
                  </a:cubicBezTo>
                  <a:cubicBezTo>
                    <a:pt x="3048" y="475"/>
                    <a:pt x="2977" y="451"/>
                    <a:pt x="2894" y="415"/>
                  </a:cubicBezTo>
                  <a:cubicBezTo>
                    <a:pt x="2752" y="344"/>
                    <a:pt x="2562" y="261"/>
                    <a:pt x="2443" y="202"/>
                  </a:cubicBezTo>
                  <a:cubicBezTo>
                    <a:pt x="2432" y="238"/>
                    <a:pt x="2384" y="297"/>
                    <a:pt x="2360" y="321"/>
                  </a:cubicBezTo>
                  <a:cubicBezTo>
                    <a:pt x="1998" y="438"/>
                    <a:pt x="1630" y="544"/>
                    <a:pt x="1272" y="544"/>
                  </a:cubicBezTo>
                  <a:cubicBezTo>
                    <a:pt x="869" y="544"/>
                    <a:pt x="477" y="409"/>
                    <a:pt x="1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69"/>
            <p:cNvSpPr/>
            <p:nvPr/>
          </p:nvSpPr>
          <p:spPr>
            <a:xfrm>
              <a:off x="7014229" y="3060156"/>
              <a:ext cx="281347" cy="1038744"/>
            </a:xfrm>
            <a:custGeom>
              <a:rect b="b" l="l" r="r" t="t"/>
              <a:pathLst>
                <a:path extrusionOk="0" h="15063" w="4080">
                  <a:moveTo>
                    <a:pt x="0" y="0"/>
                  </a:moveTo>
                  <a:cubicBezTo>
                    <a:pt x="0" y="961"/>
                    <a:pt x="237" y="1921"/>
                    <a:pt x="439" y="2870"/>
                  </a:cubicBezTo>
                  <a:cubicBezTo>
                    <a:pt x="771" y="4388"/>
                    <a:pt x="961" y="5183"/>
                    <a:pt x="1186" y="6737"/>
                  </a:cubicBezTo>
                  <a:cubicBezTo>
                    <a:pt x="1233" y="7092"/>
                    <a:pt x="1079" y="9073"/>
                    <a:pt x="1127" y="9429"/>
                  </a:cubicBezTo>
                  <a:cubicBezTo>
                    <a:pt x="1340" y="11089"/>
                    <a:pt x="1779" y="11872"/>
                    <a:pt x="1826" y="13532"/>
                  </a:cubicBezTo>
                  <a:cubicBezTo>
                    <a:pt x="1815" y="13876"/>
                    <a:pt x="1767" y="14220"/>
                    <a:pt x="1696" y="14517"/>
                  </a:cubicBezTo>
                  <a:cubicBezTo>
                    <a:pt x="2055" y="14919"/>
                    <a:pt x="2492" y="15063"/>
                    <a:pt x="2922" y="15063"/>
                  </a:cubicBezTo>
                  <a:cubicBezTo>
                    <a:pt x="3315" y="15063"/>
                    <a:pt x="3703" y="14942"/>
                    <a:pt x="4021" y="14789"/>
                  </a:cubicBezTo>
                  <a:cubicBezTo>
                    <a:pt x="4044" y="14754"/>
                    <a:pt x="4068" y="14730"/>
                    <a:pt x="4080" y="14694"/>
                  </a:cubicBezTo>
                  <a:cubicBezTo>
                    <a:pt x="3712" y="14528"/>
                    <a:pt x="3404" y="14362"/>
                    <a:pt x="3119" y="14149"/>
                  </a:cubicBezTo>
                  <a:cubicBezTo>
                    <a:pt x="2740" y="13864"/>
                    <a:pt x="2823" y="13508"/>
                    <a:pt x="2823" y="13508"/>
                  </a:cubicBezTo>
                  <a:cubicBezTo>
                    <a:pt x="2835" y="13366"/>
                    <a:pt x="2823" y="13212"/>
                    <a:pt x="2811" y="13070"/>
                  </a:cubicBezTo>
                  <a:cubicBezTo>
                    <a:pt x="3226" y="8693"/>
                    <a:pt x="3558" y="4376"/>
                    <a:pt x="3973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69"/>
            <p:cNvSpPr/>
            <p:nvPr/>
          </p:nvSpPr>
          <p:spPr>
            <a:xfrm>
              <a:off x="7014229" y="3060156"/>
              <a:ext cx="281347" cy="1038744"/>
            </a:xfrm>
            <a:custGeom>
              <a:rect b="b" l="l" r="r" t="t"/>
              <a:pathLst>
                <a:path extrusionOk="0" h="15063" w="4080">
                  <a:moveTo>
                    <a:pt x="0" y="0"/>
                  </a:moveTo>
                  <a:cubicBezTo>
                    <a:pt x="0" y="961"/>
                    <a:pt x="237" y="1921"/>
                    <a:pt x="439" y="2870"/>
                  </a:cubicBezTo>
                  <a:cubicBezTo>
                    <a:pt x="747" y="4293"/>
                    <a:pt x="937" y="5088"/>
                    <a:pt x="1139" y="6464"/>
                  </a:cubicBezTo>
                  <a:cubicBezTo>
                    <a:pt x="1541" y="6209"/>
                    <a:pt x="2006" y="5972"/>
                    <a:pt x="2293" y="5972"/>
                  </a:cubicBezTo>
                  <a:cubicBezTo>
                    <a:pt x="2421" y="5972"/>
                    <a:pt x="2513" y="6019"/>
                    <a:pt x="2550" y="6132"/>
                  </a:cubicBezTo>
                  <a:cubicBezTo>
                    <a:pt x="3451" y="9108"/>
                    <a:pt x="1755" y="12322"/>
                    <a:pt x="3001" y="15062"/>
                  </a:cubicBezTo>
                  <a:cubicBezTo>
                    <a:pt x="3368" y="15050"/>
                    <a:pt x="3724" y="14932"/>
                    <a:pt x="4021" y="14789"/>
                  </a:cubicBezTo>
                  <a:cubicBezTo>
                    <a:pt x="4044" y="14754"/>
                    <a:pt x="4068" y="14730"/>
                    <a:pt x="4080" y="14694"/>
                  </a:cubicBezTo>
                  <a:cubicBezTo>
                    <a:pt x="3712" y="14528"/>
                    <a:pt x="3404" y="14362"/>
                    <a:pt x="3119" y="14149"/>
                  </a:cubicBezTo>
                  <a:cubicBezTo>
                    <a:pt x="2740" y="13864"/>
                    <a:pt x="2823" y="13508"/>
                    <a:pt x="2823" y="13508"/>
                  </a:cubicBezTo>
                  <a:cubicBezTo>
                    <a:pt x="2835" y="13366"/>
                    <a:pt x="2823" y="13212"/>
                    <a:pt x="2811" y="13070"/>
                  </a:cubicBezTo>
                  <a:cubicBezTo>
                    <a:pt x="3226" y="8693"/>
                    <a:pt x="3558" y="4376"/>
                    <a:pt x="3973" y="0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69"/>
            <p:cNvSpPr/>
            <p:nvPr/>
          </p:nvSpPr>
          <p:spPr>
            <a:xfrm>
              <a:off x="7014229" y="3060156"/>
              <a:ext cx="274037" cy="424518"/>
            </a:xfrm>
            <a:custGeom>
              <a:rect b="b" l="l" r="r" t="t"/>
              <a:pathLst>
                <a:path extrusionOk="0" h="6156" w="3974">
                  <a:moveTo>
                    <a:pt x="0" y="0"/>
                  </a:moveTo>
                  <a:cubicBezTo>
                    <a:pt x="0" y="961"/>
                    <a:pt x="237" y="1921"/>
                    <a:pt x="439" y="2870"/>
                  </a:cubicBezTo>
                  <a:cubicBezTo>
                    <a:pt x="735" y="4187"/>
                    <a:pt x="901" y="4969"/>
                    <a:pt x="1091" y="6155"/>
                  </a:cubicBezTo>
                  <a:cubicBezTo>
                    <a:pt x="1615" y="5898"/>
                    <a:pt x="2198" y="5767"/>
                    <a:pt x="2817" y="5767"/>
                  </a:cubicBezTo>
                  <a:cubicBezTo>
                    <a:pt x="3025" y="5767"/>
                    <a:pt x="3236" y="5782"/>
                    <a:pt x="3451" y="5811"/>
                  </a:cubicBezTo>
                  <a:cubicBezTo>
                    <a:pt x="3617" y="3878"/>
                    <a:pt x="3783" y="1945"/>
                    <a:pt x="39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69"/>
            <p:cNvSpPr/>
            <p:nvPr/>
          </p:nvSpPr>
          <p:spPr>
            <a:xfrm>
              <a:off x="6993748" y="2768180"/>
              <a:ext cx="364027" cy="681325"/>
            </a:xfrm>
            <a:custGeom>
              <a:rect b="b" l="l" r="r" t="t"/>
              <a:pathLst>
                <a:path extrusionOk="0" h="9880" w="5279">
                  <a:moveTo>
                    <a:pt x="771" y="0"/>
                  </a:moveTo>
                  <a:cubicBezTo>
                    <a:pt x="724" y="2005"/>
                    <a:pt x="511" y="1708"/>
                    <a:pt x="321" y="2538"/>
                  </a:cubicBezTo>
                  <a:cubicBezTo>
                    <a:pt x="238" y="2906"/>
                    <a:pt x="155" y="2989"/>
                    <a:pt x="107" y="3653"/>
                  </a:cubicBezTo>
                  <a:cubicBezTo>
                    <a:pt x="1" y="5053"/>
                    <a:pt x="1009" y="7448"/>
                    <a:pt x="902" y="9879"/>
                  </a:cubicBezTo>
                  <a:lnTo>
                    <a:pt x="5112" y="9856"/>
                  </a:lnTo>
                  <a:cubicBezTo>
                    <a:pt x="5148" y="8539"/>
                    <a:pt x="5278" y="4958"/>
                    <a:pt x="5266" y="3321"/>
                  </a:cubicBezTo>
                  <a:cubicBezTo>
                    <a:pt x="5266" y="2621"/>
                    <a:pt x="5100" y="2052"/>
                    <a:pt x="4934" y="1495"/>
                  </a:cubicBezTo>
                  <a:cubicBezTo>
                    <a:pt x="4780" y="949"/>
                    <a:pt x="4697" y="759"/>
                    <a:pt x="4531" y="214"/>
                  </a:cubicBezTo>
                  <a:cubicBezTo>
                    <a:pt x="4025" y="298"/>
                    <a:pt x="3519" y="344"/>
                    <a:pt x="3018" y="344"/>
                  </a:cubicBezTo>
                  <a:cubicBezTo>
                    <a:pt x="2251" y="344"/>
                    <a:pt x="1496" y="237"/>
                    <a:pt x="7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69"/>
            <p:cNvSpPr/>
            <p:nvPr/>
          </p:nvSpPr>
          <p:spPr>
            <a:xfrm>
              <a:off x="7038710" y="2747698"/>
              <a:ext cx="289621" cy="131714"/>
            </a:xfrm>
            <a:custGeom>
              <a:rect b="b" l="l" r="r" t="t"/>
              <a:pathLst>
                <a:path extrusionOk="0" h="1910" w="4200">
                  <a:moveTo>
                    <a:pt x="96" y="1"/>
                  </a:moveTo>
                  <a:lnTo>
                    <a:pt x="96" y="1"/>
                  </a:lnTo>
                  <a:cubicBezTo>
                    <a:pt x="119" y="440"/>
                    <a:pt x="119" y="926"/>
                    <a:pt x="1" y="1353"/>
                  </a:cubicBezTo>
                  <a:cubicBezTo>
                    <a:pt x="404" y="1685"/>
                    <a:pt x="997" y="1697"/>
                    <a:pt x="1507" y="1792"/>
                  </a:cubicBezTo>
                  <a:cubicBezTo>
                    <a:pt x="1960" y="1873"/>
                    <a:pt x="2305" y="1910"/>
                    <a:pt x="2589" y="1910"/>
                  </a:cubicBezTo>
                  <a:cubicBezTo>
                    <a:pt x="3258" y="1910"/>
                    <a:pt x="3592" y="1705"/>
                    <a:pt x="4199" y="1388"/>
                  </a:cubicBezTo>
                  <a:cubicBezTo>
                    <a:pt x="4092" y="1104"/>
                    <a:pt x="4104" y="748"/>
                    <a:pt x="4057" y="451"/>
                  </a:cubicBezTo>
                  <a:cubicBezTo>
                    <a:pt x="3803" y="470"/>
                    <a:pt x="3548" y="479"/>
                    <a:pt x="3292" y="479"/>
                  </a:cubicBezTo>
                  <a:cubicBezTo>
                    <a:pt x="2214" y="479"/>
                    <a:pt x="1131" y="317"/>
                    <a:pt x="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69"/>
            <p:cNvSpPr/>
            <p:nvPr/>
          </p:nvSpPr>
          <p:spPr>
            <a:xfrm>
              <a:off x="6959407" y="2350214"/>
              <a:ext cx="350097" cy="441689"/>
            </a:xfrm>
            <a:custGeom>
              <a:rect b="b" l="l" r="r" t="t"/>
              <a:pathLst>
                <a:path extrusionOk="0" h="6405" w="5077">
                  <a:moveTo>
                    <a:pt x="1341" y="1"/>
                  </a:moveTo>
                  <a:cubicBezTo>
                    <a:pt x="1258" y="13"/>
                    <a:pt x="1163" y="25"/>
                    <a:pt x="1068" y="37"/>
                  </a:cubicBezTo>
                  <a:cubicBezTo>
                    <a:pt x="842" y="60"/>
                    <a:pt x="605" y="84"/>
                    <a:pt x="416" y="203"/>
                  </a:cubicBezTo>
                  <a:cubicBezTo>
                    <a:pt x="0" y="452"/>
                    <a:pt x="0" y="997"/>
                    <a:pt x="119" y="1436"/>
                  </a:cubicBezTo>
                  <a:cubicBezTo>
                    <a:pt x="344" y="2266"/>
                    <a:pt x="831" y="3025"/>
                    <a:pt x="1080" y="3855"/>
                  </a:cubicBezTo>
                  <a:cubicBezTo>
                    <a:pt x="1293" y="4579"/>
                    <a:pt x="831" y="5705"/>
                    <a:pt x="1269" y="6061"/>
                  </a:cubicBezTo>
                  <a:cubicBezTo>
                    <a:pt x="1994" y="6298"/>
                    <a:pt x="2749" y="6405"/>
                    <a:pt x="3513" y="6405"/>
                  </a:cubicBezTo>
                  <a:cubicBezTo>
                    <a:pt x="4012" y="6405"/>
                    <a:pt x="4516" y="6359"/>
                    <a:pt x="5017" y="6275"/>
                  </a:cubicBezTo>
                  <a:cubicBezTo>
                    <a:pt x="4756" y="5421"/>
                    <a:pt x="4566" y="4555"/>
                    <a:pt x="4732" y="3689"/>
                  </a:cubicBezTo>
                  <a:cubicBezTo>
                    <a:pt x="4827" y="3120"/>
                    <a:pt x="5076" y="2563"/>
                    <a:pt x="4970" y="2005"/>
                  </a:cubicBezTo>
                  <a:cubicBezTo>
                    <a:pt x="4899" y="1638"/>
                    <a:pt x="4685" y="1282"/>
                    <a:pt x="4495" y="938"/>
                  </a:cubicBezTo>
                  <a:cubicBezTo>
                    <a:pt x="4163" y="357"/>
                    <a:pt x="3558" y="1"/>
                    <a:pt x="28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69"/>
            <p:cNvSpPr/>
            <p:nvPr/>
          </p:nvSpPr>
          <p:spPr>
            <a:xfrm>
              <a:off x="7016643" y="2350214"/>
              <a:ext cx="292863" cy="440930"/>
            </a:xfrm>
            <a:custGeom>
              <a:rect b="b" l="l" r="r" t="t"/>
              <a:pathLst>
                <a:path extrusionOk="0" h="6394" w="4247">
                  <a:moveTo>
                    <a:pt x="511" y="1"/>
                  </a:moveTo>
                  <a:cubicBezTo>
                    <a:pt x="428" y="13"/>
                    <a:pt x="333" y="25"/>
                    <a:pt x="238" y="37"/>
                  </a:cubicBezTo>
                  <a:cubicBezTo>
                    <a:pt x="155" y="37"/>
                    <a:pt x="84" y="48"/>
                    <a:pt x="1" y="60"/>
                  </a:cubicBezTo>
                  <a:cubicBezTo>
                    <a:pt x="36" y="606"/>
                    <a:pt x="202" y="1211"/>
                    <a:pt x="582" y="1602"/>
                  </a:cubicBezTo>
                  <a:cubicBezTo>
                    <a:pt x="1175" y="2195"/>
                    <a:pt x="2515" y="2491"/>
                    <a:pt x="2361" y="3227"/>
                  </a:cubicBezTo>
                  <a:cubicBezTo>
                    <a:pt x="2147" y="4460"/>
                    <a:pt x="2301" y="5516"/>
                    <a:pt x="2705" y="6393"/>
                  </a:cubicBezTo>
                  <a:cubicBezTo>
                    <a:pt x="3203" y="6393"/>
                    <a:pt x="3701" y="6358"/>
                    <a:pt x="4187" y="6275"/>
                  </a:cubicBezTo>
                  <a:cubicBezTo>
                    <a:pt x="3926" y="5421"/>
                    <a:pt x="3736" y="4555"/>
                    <a:pt x="3902" y="3689"/>
                  </a:cubicBezTo>
                  <a:cubicBezTo>
                    <a:pt x="3997" y="3120"/>
                    <a:pt x="4246" y="2563"/>
                    <a:pt x="4140" y="2005"/>
                  </a:cubicBezTo>
                  <a:cubicBezTo>
                    <a:pt x="4069" y="1638"/>
                    <a:pt x="3855" y="1282"/>
                    <a:pt x="3665" y="938"/>
                  </a:cubicBezTo>
                  <a:cubicBezTo>
                    <a:pt x="3333" y="357"/>
                    <a:pt x="2728" y="1"/>
                    <a:pt x="20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69"/>
            <p:cNvSpPr/>
            <p:nvPr/>
          </p:nvSpPr>
          <p:spPr>
            <a:xfrm>
              <a:off x="7091878" y="2317527"/>
              <a:ext cx="213561" cy="431896"/>
            </a:xfrm>
            <a:custGeom>
              <a:rect b="b" l="l" r="r" t="t"/>
              <a:pathLst>
                <a:path extrusionOk="0" h="6263" w="3097">
                  <a:moveTo>
                    <a:pt x="997" y="1"/>
                  </a:moveTo>
                  <a:cubicBezTo>
                    <a:pt x="798" y="43"/>
                    <a:pt x="598" y="65"/>
                    <a:pt x="399" y="65"/>
                  </a:cubicBezTo>
                  <a:cubicBezTo>
                    <a:pt x="266" y="65"/>
                    <a:pt x="134" y="55"/>
                    <a:pt x="1" y="36"/>
                  </a:cubicBezTo>
                  <a:lnTo>
                    <a:pt x="1" y="36"/>
                  </a:lnTo>
                  <a:cubicBezTo>
                    <a:pt x="534" y="688"/>
                    <a:pt x="1483" y="1080"/>
                    <a:pt x="1851" y="1815"/>
                  </a:cubicBezTo>
                  <a:cubicBezTo>
                    <a:pt x="2076" y="2242"/>
                    <a:pt x="2041" y="2752"/>
                    <a:pt x="1946" y="3215"/>
                  </a:cubicBezTo>
                  <a:cubicBezTo>
                    <a:pt x="1839" y="3689"/>
                    <a:pt x="1673" y="4151"/>
                    <a:pt x="1626" y="4626"/>
                  </a:cubicBezTo>
                  <a:cubicBezTo>
                    <a:pt x="1578" y="5100"/>
                    <a:pt x="1661" y="5598"/>
                    <a:pt x="2017" y="5978"/>
                  </a:cubicBezTo>
                  <a:cubicBezTo>
                    <a:pt x="2135" y="6096"/>
                    <a:pt x="2290" y="6215"/>
                    <a:pt x="2468" y="6251"/>
                  </a:cubicBezTo>
                  <a:cubicBezTo>
                    <a:pt x="2508" y="6258"/>
                    <a:pt x="2550" y="6262"/>
                    <a:pt x="2592" y="6262"/>
                  </a:cubicBezTo>
                  <a:cubicBezTo>
                    <a:pt x="2744" y="6262"/>
                    <a:pt x="2894" y="6211"/>
                    <a:pt x="2978" y="6108"/>
                  </a:cubicBezTo>
                  <a:cubicBezTo>
                    <a:pt x="3096" y="5966"/>
                    <a:pt x="3061" y="5776"/>
                    <a:pt x="3025" y="5610"/>
                  </a:cubicBezTo>
                  <a:cubicBezTo>
                    <a:pt x="2895" y="4839"/>
                    <a:pt x="3025" y="4045"/>
                    <a:pt x="3013" y="3262"/>
                  </a:cubicBezTo>
                  <a:cubicBezTo>
                    <a:pt x="3001" y="2467"/>
                    <a:pt x="2823" y="1637"/>
                    <a:pt x="2207" y="1044"/>
                  </a:cubicBezTo>
                  <a:cubicBezTo>
                    <a:pt x="1827" y="677"/>
                    <a:pt x="1293" y="428"/>
                    <a:pt x="99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69"/>
            <p:cNvSpPr/>
            <p:nvPr/>
          </p:nvSpPr>
          <p:spPr>
            <a:xfrm>
              <a:off x="7149941" y="2317527"/>
              <a:ext cx="155499" cy="428655"/>
            </a:xfrm>
            <a:custGeom>
              <a:rect b="b" l="l" r="r" t="t"/>
              <a:pathLst>
                <a:path extrusionOk="0" h="6216" w="2255">
                  <a:moveTo>
                    <a:pt x="155" y="1"/>
                  </a:moveTo>
                  <a:cubicBezTo>
                    <a:pt x="107" y="12"/>
                    <a:pt x="48" y="24"/>
                    <a:pt x="1" y="24"/>
                  </a:cubicBezTo>
                  <a:cubicBezTo>
                    <a:pt x="463" y="831"/>
                    <a:pt x="1270" y="1459"/>
                    <a:pt x="1697" y="2230"/>
                  </a:cubicBezTo>
                  <a:cubicBezTo>
                    <a:pt x="2254" y="3452"/>
                    <a:pt x="2124" y="4816"/>
                    <a:pt x="2005" y="6215"/>
                  </a:cubicBezTo>
                  <a:cubicBezTo>
                    <a:pt x="2053" y="6179"/>
                    <a:pt x="2100" y="6156"/>
                    <a:pt x="2136" y="6108"/>
                  </a:cubicBezTo>
                  <a:cubicBezTo>
                    <a:pt x="2254" y="5966"/>
                    <a:pt x="2219" y="5788"/>
                    <a:pt x="2183" y="5610"/>
                  </a:cubicBezTo>
                  <a:cubicBezTo>
                    <a:pt x="2053" y="4839"/>
                    <a:pt x="2183" y="4045"/>
                    <a:pt x="2171" y="3262"/>
                  </a:cubicBezTo>
                  <a:cubicBezTo>
                    <a:pt x="2159" y="2467"/>
                    <a:pt x="1981" y="1637"/>
                    <a:pt x="1365" y="1044"/>
                  </a:cubicBezTo>
                  <a:cubicBezTo>
                    <a:pt x="985" y="688"/>
                    <a:pt x="451" y="428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69"/>
            <p:cNvSpPr/>
            <p:nvPr/>
          </p:nvSpPr>
          <p:spPr>
            <a:xfrm>
              <a:off x="6992921" y="2408278"/>
              <a:ext cx="268314" cy="105164"/>
            </a:xfrm>
            <a:custGeom>
              <a:rect b="b" l="l" r="r" t="t"/>
              <a:pathLst>
                <a:path extrusionOk="0" h="1525" w="3891">
                  <a:moveTo>
                    <a:pt x="1" y="1"/>
                  </a:moveTo>
                  <a:lnTo>
                    <a:pt x="1" y="1"/>
                  </a:lnTo>
                  <a:cubicBezTo>
                    <a:pt x="131" y="499"/>
                    <a:pt x="617" y="890"/>
                    <a:pt x="1175" y="1057"/>
                  </a:cubicBezTo>
                  <a:cubicBezTo>
                    <a:pt x="1643" y="1199"/>
                    <a:pt x="2111" y="1525"/>
                    <a:pt x="2586" y="1525"/>
                  </a:cubicBezTo>
                  <a:cubicBezTo>
                    <a:pt x="2665" y="1525"/>
                    <a:pt x="2744" y="1516"/>
                    <a:pt x="2823" y="1495"/>
                  </a:cubicBezTo>
                  <a:cubicBezTo>
                    <a:pt x="3381" y="1353"/>
                    <a:pt x="3369" y="665"/>
                    <a:pt x="3891" y="428"/>
                  </a:cubicBezTo>
                  <a:lnTo>
                    <a:pt x="3891" y="428"/>
                  </a:lnTo>
                  <a:cubicBezTo>
                    <a:pt x="3449" y="509"/>
                    <a:pt x="3053" y="546"/>
                    <a:pt x="2677" y="546"/>
                  </a:cubicBezTo>
                  <a:cubicBezTo>
                    <a:pt x="1782" y="546"/>
                    <a:pt x="1003" y="335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69"/>
            <p:cNvSpPr/>
            <p:nvPr/>
          </p:nvSpPr>
          <p:spPr>
            <a:xfrm>
              <a:off x="7009264" y="2292356"/>
              <a:ext cx="181634" cy="66271"/>
            </a:xfrm>
            <a:custGeom>
              <a:rect b="b" l="l" r="r" t="t"/>
              <a:pathLst>
                <a:path extrusionOk="0" h="961" w="2634">
                  <a:moveTo>
                    <a:pt x="1793" y="1"/>
                  </a:moveTo>
                  <a:cubicBezTo>
                    <a:pt x="1729" y="1"/>
                    <a:pt x="1665" y="5"/>
                    <a:pt x="1602" y="10"/>
                  </a:cubicBezTo>
                  <a:cubicBezTo>
                    <a:pt x="1329" y="33"/>
                    <a:pt x="1045" y="57"/>
                    <a:pt x="772" y="81"/>
                  </a:cubicBezTo>
                  <a:cubicBezTo>
                    <a:pt x="641" y="93"/>
                    <a:pt x="499" y="105"/>
                    <a:pt x="380" y="176"/>
                  </a:cubicBezTo>
                  <a:cubicBezTo>
                    <a:pt x="214" y="294"/>
                    <a:pt x="48" y="757"/>
                    <a:pt x="1" y="959"/>
                  </a:cubicBezTo>
                  <a:cubicBezTo>
                    <a:pt x="69" y="960"/>
                    <a:pt x="136" y="961"/>
                    <a:pt x="203" y="961"/>
                  </a:cubicBezTo>
                  <a:cubicBezTo>
                    <a:pt x="1097" y="961"/>
                    <a:pt x="1868" y="835"/>
                    <a:pt x="2451" y="835"/>
                  </a:cubicBezTo>
                  <a:cubicBezTo>
                    <a:pt x="2514" y="835"/>
                    <a:pt x="2575" y="837"/>
                    <a:pt x="2634" y="840"/>
                  </a:cubicBezTo>
                  <a:cubicBezTo>
                    <a:pt x="2539" y="532"/>
                    <a:pt x="2408" y="176"/>
                    <a:pt x="2100" y="57"/>
                  </a:cubicBezTo>
                  <a:cubicBezTo>
                    <a:pt x="2004" y="13"/>
                    <a:pt x="1899" y="1"/>
                    <a:pt x="179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69"/>
            <p:cNvSpPr/>
            <p:nvPr/>
          </p:nvSpPr>
          <p:spPr>
            <a:xfrm>
              <a:off x="7631691" y="2204639"/>
              <a:ext cx="194667" cy="141575"/>
            </a:xfrm>
            <a:custGeom>
              <a:rect b="b" l="l" r="r" t="t"/>
              <a:pathLst>
                <a:path extrusionOk="0" h="2053" w="2823">
                  <a:moveTo>
                    <a:pt x="1661" y="1"/>
                  </a:moveTo>
                  <a:cubicBezTo>
                    <a:pt x="1376" y="60"/>
                    <a:pt x="1364" y="238"/>
                    <a:pt x="1068" y="333"/>
                  </a:cubicBezTo>
                  <a:cubicBezTo>
                    <a:pt x="985" y="369"/>
                    <a:pt x="925" y="440"/>
                    <a:pt x="902" y="523"/>
                  </a:cubicBezTo>
                  <a:cubicBezTo>
                    <a:pt x="854" y="855"/>
                    <a:pt x="664" y="1033"/>
                    <a:pt x="380" y="1234"/>
                  </a:cubicBezTo>
                  <a:lnTo>
                    <a:pt x="0" y="1400"/>
                  </a:lnTo>
                  <a:cubicBezTo>
                    <a:pt x="71" y="1578"/>
                    <a:pt x="178" y="1863"/>
                    <a:pt x="237" y="2053"/>
                  </a:cubicBezTo>
                  <a:cubicBezTo>
                    <a:pt x="593" y="1934"/>
                    <a:pt x="735" y="1780"/>
                    <a:pt x="1079" y="1685"/>
                  </a:cubicBezTo>
                  <a:cubicBezTo>
                    <a:pt x="1162" y="1673"/>
                    <a:pt x="1435" y="1649"/>
                    <a:pt x="1542" y="1638"/>
                  </a:cubicBezTo>
                  <a:cubicBezTo>
                    <a:pt x="1649" y="1626"/>
                    <a:pt x="1744" y="1578"/>
                    <a:pt x="1827" y="1495"/>
                  </a:cubicBezTo>
                  <a:cubicBezTo>
                    <a:pt x="1945" y="1389"/>
                    <a:pt x="2040" y="1317"/>
                    <a:pt x="1957" y="1199"/>
                  </a:cubicBezTo>
                  <a:cubicBezTo>
                    <a:pt x="2016" y="1128"/>
                    <a:pt x="2099" y="1104"/>
                    <a:pt x="2123" y="1033"/>
                  </a:cubicBezTo>
                  <a:cubicBezTo>
                    <a:pt x="2147" y="962"/>
                    <a:pt x="2123" y="926"/>
                    <a:pt x="2076" y="879"/>
                  </a:cubicBezTo>
                  <a:cubicBezTo>
                    <a:pt x="2123" y="855"/>
                    <a:pt x="2147" y="784"/>
                    <a:pt x="2147" y="724"/>
                  </a:cubicBezTo>
                  <a:cubicBezTo>
                    <a:pt x="2135" y="665"/>
                    <a:pt x="2040" y="582"/>
                    <a:pt x="1993" y="570"/>
                  </a:cubicBezTo>
                  <a:cubicBezTo>
                    <a:pt x="2147" y="475"/>
                    <a:pt x="2360" y="440"/>
                    <a:pt x="2503" y="369"/>
                  </a:cubicBezTo>
                  <a:cubicBezTo>
                    <a:pt x="2657" y="297"/>
                    <a:pt x="2799" y="286"/>
                    <a:pt x="2823" y="120"/>
                  </a:cubicBezTo>
                  <a:lnTo>
                    <a:pt x="2823" y="120"/>
                  </a:lnTo>
                  <a:cubicBezTo>
                    <a:pt x="2337" y="203"/>
                    <a:pt x="1815" y="345"/>
                    <a:pt x="1352" y="523"/>
                  </a:cubicBezTo>
                  <a:cubicBezTo>
                    <a:pt x="1364" y="440"/>
                    <a:pt x="1447" y="380"/>
                    <a:pt x="1506" y="333"/>
                  </a:cubicBezTo>
                  <a:cubicBezTo>
                    <a:pt x="1578" y="286"/>
                    <a:pt x="1566" y="297"/>
                    <a:pt x="1613" y="238"/>
                  </a:cubicBezTo>
                  <a:cubicBezTo>
                    <a:pt x="1661" y="167"/>
                    <a:pt x="1720" y="60"/>
                    <a:pt x="1661" y="1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69"/>
            <p:cNvSpPr/>
            <p:nvPr/>
          </p:nvSpPr>
          <p:spPr>
            <a:xfrm>
              <a:off x="6970854" y="2267669"/>
              <a:ext cx="739362" cy="215086"/>
            </a:xfrm>
            <a:custGeom>
              <a:rect b="b" l="l" r="r" t="t"/>
              <a:pathLst>
                <a:path extrusionOk="0" h="3119" w="10722">
                  <a:moveTo>
                    <a:pt x="10295" y="0"/>
                  </a:moveTo>
                  <a:cubicBezTo>
                    <a:pt x="8675" y="690"/>
                    <a:pt x="6891" y="1011"/>
                    <a:pt x="5114" y="1011"/>
                  </a:cubicBezTo>
                  <a:cubicBezTo>
                    <a:pt x="4509" y="1011"/>
                    <a:pt x="3905" y="974"/>
                    <a:pt x="3309" y="901"/>
                  </a:cubicBezTo>
                  <a:cubicBezTo>
                    <a:pt x="2844" y="842"/>
                    <a:pt x="2387" y="774"/>
                    <a:pt x="1924" y="774"/>
                  </a:cubicBezTo>
                  <a:cubicBezTo>
                    <a:pt x="1833" y="774"/>
                    <a:pt x="1741" y="777"/>
                    <a:pt x="1649" y="783"/>
                  </a:cubicBezTo>
                  <a:cubicBezTo>
                    <a:pt x="1127" y="818"/>
                    <a:pt x="510" y="973"/>
                    <a:pt x="202" y="1423"/>
                  </a:cubicBezTo>
                  <a:cubicBezTo>
                    <a:pt x="131" y="1518"/>
                    <a:pt x="83" y="1625"/>
                    <a:pt x="72" y="1744"/>
                  </a:cubicBezTo>
                  <a:cubicBezTo>
                    <a:pt x="0" y="2242"/>
                    <a:pt x="510" y="2799"/>
                    <a:pt x="902" y="2918"/>
                  </a:cubicBezTo>
                  <a:cubicBezTo>
                    <a:pt x="1410" y="3063"/>
                    <a:pt x="1932" y="3119"/>
                    <a:pt x="2460" y="3119"/>
                  </a:cubicBezTo>
                  <a:cubicBezTo>
                    <a:pt x="3484" y="3119"/>
                    <a:pt x="4529" y="2908"/>
                    <a:pt x="5539" y="2728"/>
                  </a:cubicBezTo>
                  <a:cubicBezTo>
                    <a:pt x="7069" y="2455"/>
                    <a:pt x="8207" y="2040"/>
                    <a:pt x="9642" y="1447"/>
                  </a:cubicBezTo>
                  <a:cubicBezTo>
                    <a:pt x="9903" y="1340"/>
                    <a:pt x="10366" y="1103"/>
                    <a:pt x="10722" y="890"/>
                  </a:cubicBezTo>
                  <a:cubicBezTo>
                    <a:pt x="10579" y="652"/>
                    <a:pt x="10437" y="225"/>
                    <a:pt x="102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69"/>
            <p:cNvSpPr/>
            <p:nvPr/>
          </p:nvSpPr>
          <p:spPr>
            <a:xfrm>
              <a:off x="7638242" y="2263531"/>
              <a:ext cx="74474" cy="95785"/>
            </a:xfrm>
            <a:custGeom>
              <a:rect b="b" l="l" r="r" t="t"/>
              <a:pathLst>
                <a:path extrusionOk="0" h="1389" w="1080">
                  <a:moveTo>
                    <a:pt x="629" y="1"/>
                  </a:moveTo>
                  <a:cubicBezTo>
                    <a:pt x="415" y="96"/>
                    <a:pt x="214" y="167"/>
                    <a:pt x="0" y="250"/>
                  </a:cubicBezTo>
                  <a:cubicBezTo>
                    <a:pt x="154" y="618"/>
                    <a:pt x="237" y="1009"/>
                    <a:pt x="308" y="1388"/>
                  </a:cubicBezTo>
                  <a:cubicBezTo>
                    <a:pt x="557" y="1270"/>
                    <a:pt x="842" y="1116"/>
                    <a:pt x="1079" y="973"/>
                  </a:cubicBezTo>
                  <a:cubicBezTo>
                    <a:pt x="937" y="724"/>
                    <a:pt x="783" y="250"/>
                    <a:pt x="6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69"/>
            <p:cNvSpPr/>
            <p:nvPr/>
          </p:nvSpPr>
          <p:spPr>
            <a:xfrm>
              <a:off x="7221107" y="2461170"/>
              <a:ext cx="230732" cy="347145"/>
            </a:xfrm>
            <a:custGeom>
              <a:rect b="b" l="l" r="r" t="t"/>
              <a:pathLst>
                <a:path extrusionOk="0" h="5034" w="3346">
                  <a:moveTo>
                    <a:pt x="1526" y="0"/>
                  </a:moveTo>
                  <a:cubicBezTo>
                    <a:pt x="1444" y="0"/>
                    <a:pt x="1368" y="56"/>
                    <a:pt x="1341" y="147"/>
                  </a:cubicBezTo>
                  <a:lnTo>
                    <a:pt x="36" y="4701"/>
                  </a:lnTo>
                  <a:cubicBezTo>
                    <a:pt x="1" y="4820"/>
                    <a:pt x="84" y="4939"/>
                    <a:pt x="214" y="4950"/>
                  </a:cubicBezTo>
                  <a:lnTo>
                    <a:pt x="1732" y="5033"/>
                  </a:lnTo>
                  <a:cubicBezTo>
                    <a:pt x="1815" y="5033"/>
                    <a:pt x="1898" y="4974"/>
                    <a:pt x="1922" y="4903"/>
                  </a:cubicBezTo>
                  <a:lnTo>
                    <a:pt x="3309" y="930"/>
                  </a:lnTo>
                  <a:cubicBezTo>
                    <a:pt x="3345" y="835"/>
                    <a:pt x="3298" y="728"/>
                    <a:pt x="3203" y="681"/>
                  </a:cubicBezTo>
                  <a:lnTo>
                    <a:pt x="1602" y="17"/>
                  </a:lnTo>
                  <a:cubicBezTo>
                    <a:pt x="1577" y="6"/>
                    <a:pt x="1551" y="0"/>
                    <a:pt x="15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69"/>
            <p:cNvSpPr/>
            <p:nvPr/>
          </p:nvSpPr>
          <p:spPr>
            <a:xfrm>
              <a:off x="7226003" y="2465859"/>
              <a:ext cx="232318" cy="349007"/>
            </a:xfrm>
            <a:custGeom>
              <a:rect b="b" l="l" r="r" t="t"/>
              <a:pathLst>
                <a:path extrusionOk="0" h="5061" w="3369">
                  <a:moveTo>
                    <a:pt x="1493" y="1"/>
                  </a:moveTo>
                  <a:cubicBezTo>
                    <a:pt x="1448" y="1"/>
                    <a:pt x="1407" y="33"/>
                    <a:pt x="1388" y="79"/>
                  </a:cubicBezTo>
                  <a:lnTo>
                    <a:pt x="24" y="4835"/>
                  </a:lnTo>
                  <a:cubicBezTo>
                    <a:pt x="1" y="4894"/>
                    <a:pt x="48" y="4965"/>
                    <a:pt x="119" y="4965"/>
                  </a:cubicBezTo>
                  <a:lnTo>
                    <a:pt x="1803" y="5060"/>
                  </a:lnTo>
                  <a:cubicBezTo>
                    <a:pt x="1851" y="5060"/>
                    <a:pt x="1898" y="5037"/>
                    <a:pt x="1922" y="4989"/>
                  </a:cubicBezTo>
                  <a:lnTo>
                    <a:pt x="3357" y="886"/>
                  </a:lnTo>
                  <a:cubicBezTo>
                    <a:pt x="3369" y="826"/>
                    <a:pt x="3345" y="767"/>
                    <a:pt x="3298" y="743"/>
                  </a:cubicBezTo>
                  <a:lnTo>
                    <a:pt x="1531" y="8"/>
                  </a:lnTo>
                  <a:cubicBezTo>
                    <a:pt x="1518" y="3"/>
                    <a:pt x="1505" y="1"/>
                    <a:pt x="14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69"/>
            <p:cNvSpPr/>
            <p:nvPr/>
          </p:nvSpPr>
          <p:spPr>
            <a:xfrm>
              <a:off x="7368336" y="2558817"/>
              <a:ext cx="94127" cy="155436"/>
            </a:xfrm>
            <a:custGeom>
              <a:rect b="b" l="l" r="r" t="t"/>
              <a:pathLst>
                <a:path extrusionOk="0" h="2254" w="1365">
                  <a:moveTo>
                    <a:pt x="487" y="1388"/>
                  </a:moveTo>
                  <a:cubicBezTo>
                    <a:pt x="546" y="1400"/>
                    <a:pt x="605" y="1411"/>
                    <a:pt x="653" y="1423"/>
                  </a:cubicBezTo>
                  <a:lnTo>
                    <a:pt x="641" y="1471"/>
                  </a:lnTo>
                  <a:cubicBezTo>
                    <a:pt x="593" y="1435"/>
                    <a:pt x="546" y="1411"/>
                    <a:pt x="487" y="1388"/>
                  </a:cubicBezTo>
                  <a:close/>
                  <a:moveTo>
                    <a:pt x="973" y="0"/>
                  </a:moveTo>
                  <a:cubicBezTo>
                    <a:pt x="842" y="36"/>
                    <a:pt x="771" y="190"/>
                    <a:pt x="807" y="309"/>
                  </a:cubicBezTo>
                  <a:cubicBezTo>
                    <a:pt x="831" y="392"/>
                    <a:pt x="890" y="463"/>
                    <a:pt x="925" y="546"/>
                  </a:cubicBezTo>
                  <a:cubicBezTo>
                    <a:pt x="925" y="581"/>
                    <a:pt x="937" y="605"/>
                    <a:pt x="937" y="641"/>
                  </a:cubicBezTo>
                  <a:cubicBezTo>
                    <a:pt x="914" y="724"/>
                    <a:pt x="890" y="819"/>
                    <a:pt x="854" y="902"/>
                  </a:cubicBezTo>
                  <a:cubicBezTo>
                    <a:pt x="712" y="866"/>
                    <a:pt x="581" y="842"/>
                    <a:pt x="439" y="819"/>
                  </a:cubicBezTo>
                  <a:cubicBezTo>
                    <a:pt x="415" y="819"/>
                    <a:pt x="392" y="813"/>
                    <a:pt x="371" y="813"/>
                  </a:cubicBezTo>
                  <a:cubicBezTo>
                    <a:pt x="361" y="813"/>
                    <a:pt x="352" y="815"/>
                    <a:pt x="344" y="819"/>
                  </a:cubicBezTo>
                  <a:cubicBezTo>
                    <a:pt x="309" y="830"/>
                    <a:pt x="285" y="854"/>
                    <a:pt x="285" y="890"/>
                  </a:cubicBezTo>
                  <a:cubicBezTo>
                    <a:pt x="297" y="925"/>
                    <a:pt x="332" y="949"/>
                    <a:pt x="368" y="961"/>
                  </a:cubicBezTo>
                  <a:cubicBezTo>
                    <a:pt x="498" y="1020"/>
                    <a:pt x="617" y="1068"/>
                    <a:pt x="747" y="1127"/>
                  </a:cubicBezTo>
                  <a:lnTo>
                    <a:pt x="736" y="1162"/>
                  </a:lnTo>
                  <a:cubicBezTo>
                    <a:pt x="570" y="1127"/>
                    <a:pt x="404" y="1091"/>
                    <a:pt x="238" y="1056"/>
                  </a:cubicBezTo>
                  <a:cubicBezTo>
                    <a:pt x="213" y="1051"/>
                    <a:pt x="185" y="1046"/>
                    <a:pt x="157" y="1046"/>
                  </a:cubicBezTo>
                  <a:cubicBezTo>
                    <a:pt x="116" y="1046"/>
                    <a:pt x="76" y="1056"/>
                    <a:pt x="48" y="1091"/>
                  </a:cubicBezTo>
                  <a:cubicBezTo>
                    <a:pt x="24" y="1127"/>
                    <a:pt x="24" y="1186"/>
                    <a:pt x="60" y="1222"/>
                  </a:cubicBezTo>
                  <a:cubicBezTo>
                    <a:pt x="83" y="1257"/>
                    <a:pt x="119" y="1293"/>
                    <a:pt x="166" y="1305"/>
                  </a:cubicBezTo>
                  <a:cubicBezTo>
                    <a:pt x="143" y="1305"/>
                    <a:pt x="119" y="1305"/>
                    <a:pt x="95" y="1317"/>
                  </a:cubicBezTo>
                  <a:cubicBezTo>
                    <a:pt x="60" y="1340"/>
                    <a:pt x="48" y="1388"/>
                    <a:pt x="60" y="1435"/>
                  </a:cubicBezTo>
                  <a:cubicBezTo>
                    <a:pt x="83" y="1506"/>
                    <a:pt x="155" y="1542"/>
                    <a:pt x="214" y="1578"/>
                  </a:cubicBezTo>
                  <a:cubicBezTo>
                    <a:pt x="332" y="1637"/>
                    <a:pt x="439" y="1696"/>
                    <a:pt x="546" y="1755"/>
                  </a:cubicBezTo>
                  <a:lnTo>
                    <a:pt x="498" y="1921"/>
                  </a:lnTo>
                  <a:lnTo>
                    <a:pt x="60" y="2135"/>
                  </a:lnTo>
                  <a:cubicBezTo>
                    <a:pt x="36" y="2147"/>
                    <a:pt x="12" y="2159"/>
                    <a:pt x="0" y="2182"/>
                  </a:cubicBezTo>
                  <a:cubicBezTo>
                    <a:pt x="0" y="2206"/>
                    <a:pt x="24" y="2230"/>
                    <a:pt x="48" y="2242"/>
                  </a:cubicBezTo>
                  <a:cubicBezTo>
                    <a:pt x="71" y="2254"/>
                    <a:pt x="95" y="2254"/>
                    <a:pt x="131" y="2254"/>
                  </a:cubicBezTo>
                  <a:cubicBezTo>
                    <a:pt x="226" y="2242"/>
                    <a:pt x="309" y="2230"/>
                    <a:pt x="404" y="2206"/>
                  </a:cubicBezTo>
                  <a:lnTo>
                    <a:pt x="427" y="2206"/>
                  </a:lnTo>
                  <a:cubicBezTo>
                    <a:pt x="463" y="2194"/>
                    <a:pt x="487" y="2194"/>
                    <a:pt x="522" y="2182"/>
                  </a:cubicBezTo>
                  <a:cubicBezTo>
                    <a:pt x="534" y="2182"/>
                    <a:pt x="546" y="2182"/>
                    <a:pt x="558" y="2171"/>
                  </a:cubicBezTo>
                  <a:cubicBezTo>
                    <a:pt x="617" y="2159"/>
                    <a:pt x="676" y="2135"/>
                    <a:pt x="747" y="2111"/>
                  </a:cubicBezTo>
                  <a:cubicBezTo>
                    <a:pt x="795" y="2099"/>
                    <a:pt x="842" y="2076"/>
                    <a:pt x="902" y="2064"/>
                  </a:cubicBezTo>
                  <a:cubicBezTo>
                    <a:pt x="1020" y="2016"/>
                    <a:pt x="1139" y="1969"/>
                    <a:pt x="1222" y="1874"/>
                  </a:cubicBezTo>
                  <a:cubicBezTo>
                    <a:pt x="1364" y="1720"/>
                    <a:pt x="1340" y="1459"/>
                    <a:pt x="1281" y="1245"/>
                  </a:cubicBezTo>
                  <a:cubicBezTo>
                    <a:pt x="1269" y="1198"/>
                    <a:pt x="1257" y="1151"/>
                    <a:pt x="1246" y="1103"/>
                  </a:cubicBezTo>
                  <a:cubicBezTo>
                    <a:pt x="1246" y="1091"/>
                    <a:pt x="1234" y="1091"/>
                    <a:pt x="1234" y="1079"/>
                  </a:cubicBezTo>
                  <a:cubicBezTo>
                    <a:pt x="1210" y="996"/>
                    <a:pt x="1198" y="913"/>
                    <a:pt x="1186" y="830"/>
                  </a:cubicBezTo>
                  <a:cubicBezTo>
                    <a:pt x="1210" y="735"/>
                    <a:pt x="1246" y="652"/>
                    <a:pt x="1234" y="569"/>
                  </a:cubicBezTo>
                  <a:cubicBezTo>
                    <a:pt x="1222" y="534"/>
                    <a:pt x="1210" y="498"/>
                    <a:pt x="1198" y="463"/>
                  </a:cubicBezTo>
                  <a:cubicBezTo>
                    <a:pt x="1127" y="309"/>
                    <a:pt x="1044" y="154"/>
                    <a:pt x="973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70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0" name="Google Shape;650;p70"/>
          <p:cNvGrpSpPr/>
          <p:nvPr/>
        </p:nvGrpSpPr>
        <p:grpSpPr>
          <a:xfrm>
            <a:off x="789394" y="1450348"/>
            <a:ext cx="2814254" cy="2978109"/>
            <a:chOff x="-3721625" y="53107"/>
            <a:chExt cx="3414528" cy="3613333"/>
          </a:xfrm>
        </p:grpSpPr>
        <p:sp>
          <p:nvSpPr>
            <p:cNvPr id="651" name="Google Shape;651;p70"/>
            <p:cNvSpPr/>
            <p:nvPr/>
          </p:nvSpPr>
          <p:spPr>
            <a:xfrm>
              <a:off x="-3053655" y="1801320"/>
              <a:ext cx="421328" cy="303067"/>
            </a:xfrm>
            <a:custGeom>
              <a:rect b="b" l="l" r="r" t="t"/>
              <a:pathLst>
                <a:path extrusionOk="0" h="3336" w="4638">
                  <a:moveTo>
                    <a:pt x="1608" y="40"/>
                  </a:moveTo>
                  <a:cubicBezTo>
                    <a:pt x="1553" y="40"/>
                    <a:pt x="1500" y="46"/>
                    <a:pt x="1447" y="60"/>
                  </a:cubicBezTo>
                  <a:cubicBezTo>
                    <a:pt x="1163" y="131"/>
                    <a:pt x="202" y="1"/>
                    <a:pt x="95" y="285"/>
                  </a:cubicBezTo>
                  <a:cubicBezTo>
                    <a:pt x="0" y="558"/>
                    <a:pt x="783" y="1317"/>
                    <a:pt x="783" y="1626"/>
                  </a:cubicBezTo>
                  <a:cubicBezTo>
                    <a:pt x="1293" y="1827"/>
                    <a:pt x="1673" y="2266"/>
                    <a:pt x="2076" y="2645"/>
                  </a:cubicBezTo>
                  <a:cubicBezTo>
                    <a:pt x="2460" y="3007"/>
                    <a:pt x="2930" y="3336"/>
                    <a:pt x="3445" y="3336"/>
                  </a:cubicBezTo>
                  <a:cubicBezTo>
                    <a:pt x="3470" y="3336"/>
                    <a:pt x="3497" y="3335"/>
                    <a:pt x="3523" y="3333"/>
                  </a:cubicBezTo>
                  <a:cubicBezTo>
                    <a:pt x="3902" y="3298"/>
                    <a:pt x="4246" y="3084"/>
                    <a:pt x="4436" y="2752"/>
                  </a:cubicBezTo>
                  <a:cubicBezTo>
                    <a:pt x="4626" y="2432"/>
                    <a:pt x="4637" y="2017"/>
                    <a:pt x="4471" y="1673"/>
                  </a:cubicBezTo>
                  <a:cubicBezTo>
                    <a:pt x="4294" y="1329"/>
                    <a:pt x="3961" y="1080"/>
                    <a:pt x="3618" y="890"/>
                  </a:cubicBezTo>
                  <a:cubicBezTo>
                    <a:pt x="3226" y="665"/>
                    <a:pt x="2811" y="475"/>
                    <a:pt x="2396" y="297"/>
                  </a:cubicBezTo>
                  <a:cubicBezTo>
                    <a:pt x="2160" y="189"/>
                    <a:pt x="1874" y="40"/>
                    <a:pt x="1608" y="40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70"/>
            <p:cNvSpPr/>
            <p:nvPr/>
          </p:nvSpPr>
          <p:spPr>
            <a:xfrm>
              <a:off x="-2982525" y="1820762"/>
              <a:ext cx="296328" cy="283626"/>
            </a:xfrm>
            <a:custGeom>
              <a:rect b="b" l="l" r="r" t="t"/>
              <a:pathLst>
                <a:path extrusionOk="0" h="3122" w="3262">
                  <a:moveTo>
                    <a:pt x="498" y="0"/>
                  </a:moveTo>
                  <a:cubicBezTo>
                    <a:pt x="320" y="119"/>
                    <a:pt x="178" y="309"/>
                    <a:pt x="107" y="510"/>
                  </a:cubicBezTo>
                  <a:cubicBezTo>
                    <a:pt x="12" y="795"/>
                    <a:pt x="0" y="1103"/>
                    <a:pt x="0" y="1400"/>
                  </a:cubicBezTo>
                  <a:cubicBezTo>
                    <a:pt x="510" y="1613"/>
                    <a:pt x="890" y="2040"/>
                    <a:pt x="1293" y="2420"/>
                  </a:cubicBezTo>
                  <a:cubicBezTo>
                    <a:pt x="1677" y="2781"/>
                    <a:pt x="2148" y="3122"/>
                    <a:pt x="2664" y="3122"/>
                  </a:cubicBezTo>
                  <a:cubicBezTo>
                    <a:pt x="2689" y="3122"/>
                    <a:pt x="2714" y="3121"/>
                    <a:pt x="2740" y="3119"/>
                  </a:cubicBezTo>
                  <a:cubicBezTo>
                    <a:pt x="2882" y="3107"/>
                    <a:pt x="3024" y="3060"/>
                    <a:pt x="3155" y="3001"/>
                  </a:cubicBezTo>
                  <a:cubicBezTo>
                    <a:pt x="3262" y="2609"/>
                    <a:pt x="3190" y="2171"/>
                    <a:pt x="3036" y="1755"/>
                  </a:cubicBezTo>
                  <a:cubicBezTo>
                    <a:pt x="2597" y="783"/>
                    <a:pt x="1589" y="12"/>
                    <a:pt x="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70"/>
            <p:cNvSpPr/>
            <p:nvPr/>
          </p:nvSpPr>
          <p:spPr>
            <a:xfrm>
              <a:off x="-2960995" y="1845473"/>
              <a:ext cx="314678" cy="264185"/>
            </a:xfrm>
            <a:custGeom>
              <a:rect b="b" l="l" r="r" t="t"/>
              <a:pathLst>
                <a:path extrusionOk="0" h="2908" w="3464">
                  <a:moveTo>
                    <a:pt x="736" y="1"/>
                  </a:moveTo>
                  <a:lnTo>
                    <a:pt x="736" y="1"/>
                  </a:lnTo>
                  <a:cubicBezTo>
                    <a:pt x="747" y="855"/>
                    <a:pt x="463" y="1578"/>
                    <a:pt x="0" y="2183"/>
                  </a:cubicBezTo>
                  <a:cubicBezTo>
                    <a:pt x="60" y="2207"/>
                    <a:pt x="119" y="2219"/>
                    <a:pt x="178" y="2242"/>
                  </a:cubicBezTo>
                  <a:cubicBezTo>
                    <a:pt x="581" y="2397"/>
                    <a:pt x="949" y="2598"/>
                    <a:pt x="1340" y="2741"/>
                  </a:cubicBezTo>
                  <a:cubicBezTo>
                    <a:pt x="1608" y="2838"/>
                    <a:pt x="1898" y="2908"/>
                    <a:pt x="2184" y="2908"/>
                  </a:cubicBezTo>
                  <a:cubicBezTo>
                    <a:pt x="2316" y="2908"/>
                    <a:pt x="2447" y="2893"/>
                    <a:pt x="2574" y="2859"/>
                  </a:cubicBezTo>
                  <a:cubicBezTo>
                    <a:pt x="2977" y="2764"/>
                    <a:pt x="3357" y="2444"/>
                    <a:pt x="3416" y="2029"/>
                  </a:cubicBezTo>
                  <a:cubicBezTo>
                    <a:pt x="3463" y="1649"/>
                    <a:pt x="3262" y="1270"/>
                    <a:pt x="2977" y="1033"/>
                  </a:cubicBezTo>
                  <a:cubicBezTo>
                    <a:pt x="2681" y="784"/>
                    <a:pt x="2325" y="641"/>
                    <a:pt x="1969" y="499"/>
                  </a:cubicBezTo>
                  <a:cubicBezTo>
                    <a:pt x="1554" y="333"/>
                    <a:pt x="1139" y="167"/>
                    <a:pt x="736" y="1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70"/>
            <p:cNvSpPr/>
            <p:nvPr/>
          </p:nvSpPr>
          <p:spPr>
            <a:xfrm>
              <a:off x="-2960995" y="1989923"/>
              <a:ext cx="296328" cy="119737"/>
            </a:xfrm>
            <a:custGeom>
              <a:rect b="b" l="l" r="r" t="t"/>
              <a:pathLst>
                <a:path extrusionOk="0" h="1318" w="3262">
                  <a:moveTo>
                    <a:pt x="368" y="0"/>
                  </a:moveTo>
                  <a:cubicBezTo>
                    <a:pt x="261" y="214"/>
                    <a:pt x="143" y="403"/>
                    <a:pt x="0" y="593"/>
                  </a:cubicBezTo>
                  <a:cubicBezTo>
                    <a:pt x="60" y="617"/>
                    <a:pt x="119" y="629"/>
                    <a:pt x="178" y="652"/>
                  </a:cubicBezTo>
                  <a:cubicBezTo>
                    <a:pt x="581" y="807"/>
                    <a:pt x="949" y="1008"/>
                    <a:pt x="1340" y="1151"/>
                  </a:cubicBezTo>
                  <a:cubicBezTo>
                    <a:pt x="1608" y="1248"/>
                    <a:pt x="1898" y="1318"/>
                    <a:pt x="2184" y="1318"/>
                  </a:cubicBezTo>
                  <a:cubicBezTo>
                    <a:pt x="2316" y="1318"/>
                    <a:pt x="2447" y="1303"/>
                    <a:pt x="2574" y="1269"/>
                  </a:cubicBezTo>
                  <a:cubicBezTo>
                    <a:pt x="2847" y="1210"/>
                    <a:pt x="3096" y="1032"/>
                    <a:pt x="3262" y="807"/>
                  </a:cubicBezTo>
                  <a:lnTo>
                    <a:pt x="3262" y="807"/>
                  </a:lnTo>
                  <a:cubicBezTo>
                    <a:pt x="3217" y="808"/>
                    <a:pt x="3171" y="809"/>
                    <a:pt x="3126" y="809"/>
                  </a:cubicBezTo>
                  <a:cubicBezTo>
                    <a:pt x="2216" y="809"/>
                    <a:pt x="1249" y="475"/>
                    <a:pt x="368" y="0"/>
                  </a:cubicBezTo>
                  <a:close/>
                </a:path>
              </a:pathLst>
            </a:custGeom>
            <a:solidFill>
              <a:srgbClr val="885D39">
                <a:alpha val="42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5" name="Google Shape;655;p70"/>
            <p:cNvGrpSpPr/>
            <p:nvPr/>
          </p:nvGrpSpPr>
          <p:grpSpPr>
            <a:xfrm>
              <a:off x="-3160539" y="53107"/>
              <a:ext cx="2853442" cy="1717482"/>
              <a:chOff x="3016932" y="858943"/>
              <a:chExt cx="2179531" cy="1311856"/>
            </a:xfrm>
          </p:grpSpPr>
          <p:sp>
            <p:nvSpPr>
              <p:cNvPr id="656" name="Google Shape;656;p70"/>
              <p:cNvSpPr/>
              <p:nvPr/>
            </p:nvSpPr>
            <p:spPr>
              <a:xfrm flipH="1">
                <a:off x="3016932" y="858943"/>
                <a:ext cx="2179531" cy="1311856"/>
              </a:xfrm>
              <a:custGeom>
                <a:rect b="b" l="l" r="r" t="t"/>
                <a:pathLst>
                  <a:path extrusionOk="0" h="17375" w="28867">
                    <a:moveTo>
                      <a:pt x="0" y="0"/>
                    </a:moveTo>
                    <a:lnTo>
                      <a:pt x="0" y="17375"/>
                    </a:lnTo>
                    <a:lnTo>
                      <a:pt x="28867" y="17375"/>
                    </a:lnTo>
                    <a:lnTo>
                      <a:pt x="288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70"/>
              <p:cNvSpPr/>
              <p:nvPr/>
            </p:nvSpPr>
            <p:spPr>
              <a:xfrm flipH="1">
                <a:off x="3043774" y="994994"/>
                <a:ext cx="651964" cy="652870"/>
              </a:xfrm>
              <a:custGeom>
                <a:rect b="b" l="l" r="r" t="t"/>
                <a:pathLst>
                  <a:path extrusionOk="0" h="8647" w="8635">
                    <a:moveTo>
                      <a:pt x="4317" y="1"/>
                    </a:moveTo>
                    <a:cubicBezTo>
                      <a:pt x="1933" y="1"/>
                      <a:pt x="0" y="1934"/>
                      <a:pt x="0" y="4318"/>
                    </a:cubicBezTo>
                    <a:cubicBezTo>
                      <a:pt x="0" y="6702"/>
                      <a:pt x="1933" y="8647"/>
                      <a:pt x="4317" y="8647"/>
                    </a:cubicBezTo>
                    <a:cubicBezTo>
                      <a:pt x="6701" y="8647"/>
                      <a:pt x="8634" y="6702"/>
                      <a:pt x="8634" y="4318"/>
                    </a:cubicBezTo>
                    <a:cubicBezTo>
                      <a:pt x="8634" y="1934"/>
                      <a:pt x="6701" y="1"/>
                      <a:pt x="4317" y="1"/>
                    </a:cubicBezTo>
                    <a:close/>
                  </a:path>
                </a:pathLst>
              </a:custGeom>
              <a:solidFill>
                <a:srgbClr val="FAA70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70"/>
              <p:cNvSpPr/>
              <p:nvPr/>
            </p:nvSpPr>
            <p:spPr>
              <a:xfrm flipH="1">
                <a:off x="3233666" y="994994"/>
                <a:ext cx="368981" cy="331380"/>
              </a:xfrm>
              <a:custGeom>
                <a:rect b="b" l="l" r="r" t="t"/>
                <a:pathLst>
                  <a:path extrusionOk="0" h="4389" w="4887">
                    <a:moveTo>
                      <a:pt x="3060" y="1"/>
                    </a:moveTo>
                    <a:cubicBezTo>
                      <a:pt x="1862" y="13"/>
                      <a:pt x="771" y="511"/>
                      <a:pt x="1" y="1305"/>
                    </a:cubicBezTo>
                    <a:lnTo>
                      <a:pt x="2871" y="4389"/>
                    </a:lnTo>
                    <a:lnTo>
                      <a:pt x="4887" y="404"/>
                    </a:lnTo>
                    <a:cubicBezTo>
                      <a:pt x="4329" y="143"/>
                      <a:pt x="3713" y="1"/>
                      <a:pt x="30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70"/>
              <p:cNvSpPr/>
              <p:nvPr/>
            </p:nvSpPr>
            <p:spPr>
              <a:xfrm flipH="1">
                <a:off x="3089462" y="1025496"/>
                <a:ext cx="296498" cy="303596"/>
              </a:xfrm>
              <a:custGeom>
                <a:rect b="b" l="l" r="r" t="t"/>
                <a:pathLst>
                  <a:path extrusionOk="0" h="4021" w="3927">
                    <a:moveTo>
                      <a:pt x="2017" y="0"/>
                    </a:moveTo>
                    <a:lnTo>
                      <a:pt x="1" y="3985"/>
                    </a:lnTo>
                    <a:lnTo>
                      <a:pt x="36" y="4020"/>
                    </a:lnTo>
                    <a:lnTo>
                      <a:pt x="3926" y="1708"/>
                    </a:lnTo>
                    <a:cubicBezTo>
                      <a:pt x="3475" y="961"/>
                      <a:pt x="2811" y="368"/>
                      <a:pt x="20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70"/>
              <p:cNvSpPr/>
              <p:nvPr/>
            </p:nvSpPr>
            <p:spPr>
              <a:xfrm flipH="1">
                <a:off x="3385876" y="1093522"/>
                <a:ext cx="310768" cy="394954"/>
              </a:xfrm>
              <a:custGeom>
                <a:rect b="b" l="l" r="r" t="t"/>
                <a:pathLst>
                  <a:path extrusionOk="0" h="5231" w="4116">
                    <a:moveTo>
                      <a:pt x="1246" y="0"/>
                    </a:moveTo>
                    <a:cubicBezTo>
                      <a:pt x="475" y="783"/>
                      <a:pt x="0" y="1850"/>
                      <a:pt x="12" y="3036"/>
                    </a:cubicBezTo>
                    <a:cubicBezTo>
                      <a:pt x="12" y="3843"/>
                      <a:pt x="237" y="4590"/>
                      <a:pt x="617" y="5230"/>
                    </a:cubicBezTo>
                    <a:lnTo>
                      <a:pt x="4068" y="3179"/>
                    </a:lnTo>
                    <a:lnTo>
                      <a:pt x="4116" y="3084"/>
                    </a:lnTo>
                    <a:lnTo>
                      <a:pt x="12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70"/>
              <p:cNvSpPr/>
              <p:nvPr/>
            </p:nvSpPr>
            <p:spPr>
              <a:xfrm flipH="1">
                <a:off x="3383166" y="1326288"/>
                <a:ext cx="7248" cy="7248"/>
              </a:xfrm>
              <a:custGeom>
                <a:rect b="b" l="l" r="r" t="t"/>
                <a:pathLst>
                  <a:path extrusionOk="0" h="96" w="96">
                    <a:moveTo>
                      <a:pt x="60" y="1"/>
                    </a:moveTo>
                    <a:lnTo>
                      <a:pt x="0" y="96"/>
                    </a:lnTo>
                    <a:lnTo>
                      <a:pt x="0" y="96"/>
                    </a:lnTo>
                    <a:lnTo>
                      <a:pt x="95" y="48"/>
                    </a:lnTo>
                    <a:lnTo>
                      <a:pt x="60" y="1"/>
                    </a:lnTo>
                    <a:close/>
                  </a:path>
                </a:pathLst>
              </a:custGeom>
              <a:solidFill>
                <a:srgbClr val="FAA70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70"/>
              <p:cNvSpPr/>
              <p:nvPr/>
            </p:nvSpPr>
            <p:spPr>
              <a:xfrm flipH="1">
                <a:off x="3159298" y="1329912"/>
                <a:ext cx="369056" cy="317941"/>
              </a:xfrm>
              <a:custGeom>
                <a:rect b="b" l="l" r="r" t="t"/>
                <a:pathLst>
                  <a:path extrusionOk="0" h="4211" w="4888">
                    <a:moveTo>
                      <a:pt x="1922" y="0"/>
                    </a:moveTo>
                    <a:lnTo>
                      <a:pt x="1839" y="48"/>
                    </a:lnTo>
                    <a:lnTo>
                      <a:pt x="1" y="3665"/>
                    </a:lnTo>
                    <a:cubicBezTo>
                      <a:pt x="629" y="4009"/>
                      <a:pt x="1353" y="4211"/>
                      <a:pt x="2112" y="4211"/>
                    </a:cubicBezTo>
                    <a:cubicBezTo>
                      <a:pt x="3179" y="4199"/>
                      <a:pt x="4140" y="3819"/>
                      <a:pt x="4887" y="3179"/>
                    </a:cubicBezTo>
                    <a:lnTo>
                      <a:pt x="192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70"/>
              <p:cNvSpPr/>
              <p:nvPr/>
            </p:nvSpPr>
            <p:spPr>
              <a:xfrm flipH="1">
                <a:off x="3390332" y="1333461"/>
                <a:ext cx="259804" cy="273168"/>
              </a:xfrm>
              <a:custGeom>
                <a:rect b="b" l="l" r="r" t="t"/>
                <a:pathLst>
                  <a:path extrusionOk="0" h="3618" w="3441">
                    <a:moveTo>
                      <a:pt x="3440" y="1"/>
                    </a:moveTo>
                    <a:lnTo>
                      <a:pt x="1" y="2052"/>
                    </a:lnTo>
                    <a:cubicBezTo>
                      <a:pt x="392" y="2705"/>
                      <a:pt x="950" y="3250"/>
                      <a:pt x="1614" y="3618"/>
                    </a:cubicBezTo>
                    <a:lnTo>
                      <a:pt x="344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70"/>
              <p:cNvSpPr/>
              <p:nvPr/>
            </p:nvSpPr>
            <p:spPr>
              <a:xfrm flipH="1">
                <a:off x="3043783" y="1154375"/>
                <a:ext cx="339459" cy="415566"/>
              </a:xfrm>
              <a:custGeom>
                <a:rect b="b" l="l" r="r" t="t"/>
                <a:pathLst>
                  <a:path extrusionOk="0" h="5504" w="4496">
                    <a:moveTo>
                      <a:pt x="3890" y="1"/>
                    </a:moveTo>
                    <a:lnTo>
                      <a:pt x="0" y="2325"/>
                    </a:lnTo>
                    <a:lnTo>
                      <a:pt x="2965" y="5504"/>
                    </a:lnTo>
                    <a:cubicBezTo>
                      <a:pt x="3902" y="4709"/>
                      <a:pt x="4495" y="3523"/>
                      <a:pt x="4495" y="2195"/>
                    </a:cubicBezTo>
                    <a:cubicBezTo>
                      <a:pt x="4495" y="1400"/>
                      <a:pt x="4270" y="641"/>
                      <a:pt x="389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70"/>
              <p:cNvSpPr/>
              <p:nvPr/>
            </p:nvSpPr>
            <p:spPr>
              <a:xfrm flipH="1">
                <a:off x="3142308" y="1093522"/>
                <a:ext cx="454978" cy="455809"/>
              </a:xfrm>
              <a:custGeom>
                <a:rect b="b" l="l" r="r" t="t"/>
                <a:pathLst>
                  <a:path extrusionOk="0" h="6037" w="6026">
                    <a:moveTo>
                      <a:pt x="3013" y="0"/>
                    </a:moveTo>
                    <a:cubicBezTo>
                      <a:pt x="1341" y="0"/>
                      <a:pt x="1" y="1352"/>
                      <a:pt x="1" y="3013"/>
                    </a:cubicBezTo>
                    <a:cubicBezTo>
                      <a:pt x="1" y="4685"/>
                      <a:pt x="1341" y="6037"/>
                      <a:pt x="3013" y="6037"/>
                    </a:cubicBezTo>
                    <a:cubicBezTo>
                      <a:pt x="4673" y="6037"/>
                      <a:pt x="6025" y="4685"/>
                      <a:pt x="6025" y="3013"/>
                    </a:cubicBezTo>
                    <a:cubicBezTo>
                      <a:pt x="6025" y="1352"/>
                      <a:pt x="4673" y="0"/>
                      <a:pt x="301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70"/>
              <p:cNvSpPr/>
              <p:nvPr/>
            </p:nvSpPr>
            <p:spPr>
              <a:xfrm flipH="1">
                <a:off x="3172736" y="1123948"/>
                <a:ext cx="394123" cy="394954"/>
              </a:xfrm>
              <a:custGeom>
                <a:rect b="b" l="l" r="r" t="t"/>
                <a:pathLst>
                  <a:path extrusionOk="0" h="5231" w="5220">
                    <a:moveTo>
                      <a:pt x="2610" y="155"/>
                    </a:moveTo>
                    <a:cubicBezTo>
                      <a:pt x="3962" y="155"/>
                      <a:pt x="5077" y="1258"/>
                      <a:pt x="5077" y="2610"/>
                    </a:cubicBezTo>
                    <a:cubicBezTo>
                      <a:pt x="5077" y="3974"/>
                      <a:pt x="3962" y="5077"/>
                      <a:pt x="2610" y="5077"/>
                    </a:cubicBezTo>
                    <a:cubicBezTo>
                      <a:pt x="1246" y="5077"/>
                      <a:pt x="143" y="3974"/>
                      <a:pt x="143" y="2610"/>
                    </a:cubicBezTo>
                    <a:cubicBezTo>
                      <a:pt x="143" y="1258"/>
                      <a:pt x="1246" y="155"/>
                      <a:pt x="2610" y="155"/>
                    </a:cubicBezTo>
                    <a:close/>
                    <a:moveTo>
                      <a:pt x="2610" y="1"/>
                    </a:moveTo>
                    <a:cubicBezTo>
                      <a:pt x="1163" y="1"/>
                      <a:pt x="1" y="1175"/>
                      <a:pt x="1" y="2622"/>
                    </a:cubicBezTo>
                    <a:cubicBezTo>
                      <a:pt x="1" y="4057"/>
                      <a:pt x="1163" y="5231"/>
                      <a:pt x="2610" y="5231"/>
                    </a:cubicBezTo>
                    <a:cubicBezTo>
                      <a:pt x="4045" y="5231"/>
                      <a:pt x="5219" y="4057"/>
                      <a:pt x="5219" y="2622"/>
                    </a:cubicBezTo>
                    <a:cubicBezTo>
                      <a:pt x="5219" y="1175"/>
                      <a:pt x="4045" y="1"/>
                      <a:pt x="26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" name="Google Shape;667;p70"/>
              <p:cNvSpPr/>
              <p:nvPr/>
            </p:nvSpPr>
            <p:spPr>
              <a:xfrm flipH="1">
                <a:off x="3281087" y="1719417"/>
                <a:ext cx="96794" cy="22424"/>
              </a:xfrm>
              <a:custGeom>
                <a:rect b="b" l="l" r="r" t="t"/>
                <a:pathLst>
                  <a:path extrusionOk="0" h="297" w="1282">
                    <a:moveTo>
                      <a:pt x="0" y="0"/>
                    </a:moveTo>
                    <a:lnTo>
                      <a:pt x="0" y="297"/>
                    </a:lnTo>
                    <a:lnTo>
                      <a:pt x="1281" y="297"/>
                    </a:lnTo>
                    <a:lnTo>
                      <a:pt x="128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" name="Google Shape;668;p70"/>
              <p:cNvSpPr/>
              <p:nvPr/>
            </p:nvSpPr>
            <p:spPr>
              <a:xfrm flipH="1">
                <a:off x="3233672" y="1778533"/>
                <a:ext cx="144210" cy="22424"/>
              </a:xfrm>
              <a:custGeom>
                <a:rect b="b" l="l" r="r" t="t"/>
                <a:pathLst>
                  <a:path extrusionOk="0" h="297" w="1910">
                    <a:moveTo>
                      <a:pt x="0" y="0"/>
                    </a:moveTo>
                    <a:lnTo>
                      <a:pt x="0" y="297"/>
                    </a:lnTo>
                    <a:lnTo>
                      <a:pt x="1910" y="297"/>
                    </a:lnTo>
                    <a:lnTo>
                      <a:pt x="191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" name="Google Shape;669;p70"/>
              <p:cNvSpPr/>
              <p:nvPr/>
            </p:nvSpPr>
            <p:spPr>
              <a:xfrm flipH="1">
                <a:off x="3308872" y="1837574"/>
                <a:ext cx="69009" cy="22500"/>
              </a:xfrm>
              <a:custGeom>
                <a:rect b="b" l="l" r="r" t="t"/>
                <a:pathLst>
                  <a:path extrusionOk="0" h="298" w="914">
                    <a:moveTo>
                      <a:pt x="0" y="1"/>
                    </a:moveTo>
                    <a:lnTo>
                      <a:pt x="0" y="297"/>
                    </a:lnTo>
                    <a:lnTo>
                      <a:pt x="914" y="297"/>
                    </a:lnTo>
                    <a:lnTo>
                      <a:pt x="91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" name="Google Shape;670;p70"/>
              <p:cNvSpPr/>
              <p:nvPr/>
            </p:nvSpPr>
            <p:spPr>
              <a:xfrm flipH="1">
                <a:off x="3181726" y="1897597"/>
                <a:ext cx="196155" cy="22424"/>
              </a:xfrm>
              <a:custGeom>
                <a:rect b="b" l="l" r="r" t="t"/>
                <a:pathLst>
                  <a:path extrusionOk="0" h="297" w="2598">
                    <a:moveTo>
                      <a:pt x="0" y="0"/>
                    </a:moveTo>
                    <a:lnTo>
                      <a:pt x="0" y="297"/>
                    </a:lnTo>
                    <a:lnTo>
                      <a:pt x="2598" y="297"/>
                    </a:lnTo>
                    <a:lnTo>
                      <a:pt x="259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" name="Google Shape;671;p70"/>
              <p:cNvSpPr/>
              <p:nvPr/>
            </p:nvSpPr>
            <p:spPr>
              <a:xfrm flipH="1">
                <a:off x="3254284" y="1956713"/>
                <a:ext cx="123598" cy="22424"/>
              </a:xfrm>
              <a:custGeom>
                <a:rect b="b" l="l" r="r" t="t"/>
                <a:pathLst>
                  <a:path extrusionOk="0" h="297" w="1637">
                    <a:moveTo>
                      <a:pt x="0" y="0"/>
                    </a:moveTo>
                    <a:lnTo>
                      <a:pt x="0" y="297"/>
                    </a:lnTo>
                    <a:lnTo>
                      <a:pt x="1637" y="297"/>
                    </a:lnTo>
                    <a:lnTo>
                      <a:pt x="163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2" name="Google Shape;672;p70"/>
              <p:cNvSpPr/>
              <p:nvPr/>
            </p:nvSpPr>
            <p:spPr>
              <a:xfrm flipH="1">
                <a:off x="4696793" y="1906506"/>
                <a:ext cx="248101" cy="15327"/>
              </a:xfrm>
              <a:custGeom>
                <a:rect b="b" l="l" r="r" t="t"/>
                <a:pathLst>
                  <a:path extrusionOk="0" h="203" w="3286">
                    <a:moveTo>
                      <a:pt x="1" y="1"/>
                    </a:moveTo>
                    <a:lnTo>
                      <a:pt x="1" y="203"/>
                    </a:lnTo>
                    <a:lnTo>
                      <a:pt x="3286" y="203"/>
                    </a:lnTo>
                    <a:lnTo>
                      <a:pt x="328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70"/>
              <p:cNvSpPr/>
              <p:nvPr/>
            </p:nvSpPr>
            <p:spPr>
              <a:xfrm flipH="1">
                <a:off x="4646660" y="1947729"/>
                <a:ext cx="298235" cy="15327"/>
              </a:xfrm>
              <a:custGeom>
                <a:rect b="b" l="l" r="r" t="t"/>
                <a:pathLst>
                  <a:path extrusionOk="0" h="203" w="3950">
                    <a:moveTo>
                      <a:pt x="1" y="1"/>
                    </a:moveTo>
                    <a:lnTo>
                      <a:pt x="1" y="202"/>
                    </a:lnTo>
                    <a:lnTo>
                      <a:pt x="3950" y="202"/>
                    </a:lnTo>
                    <a:lnTo>
                      <a:pt x="395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4" name="Google Shape;674;p70"/>
              <p:cNvSpPr/>
              <p:nvPr/>
            </p:nvSpPr>
            <p:spPr>
              <a:xfrm flipH="1">
                <a:off x="4646663" y="1988046"/>
                <a:ext cx="184528" cy="15252"/>
              </a:xfrm>
              <a:custGeom>
                <a:rect b="b" l="l" r="r" t="t"/>
                <a:pathLst>
                  <a:path extrusionOk="0" h="202" w="2444">
                    <a:moveTo>
                      <a:pt x="1" y="0"/>
                    </a:moveTo>
                    <a:lnTo>
                      <a:pt x="1" y="202"/>
                    </a:lnTo>
                    <a:lnTo>
                      <a:pt x="2444" y="202"/>
                    </a:lnTo>
                    <a:lnTo>
                      <a:pt x="244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70"/>
              <p:cNvSpPr/>
              <p:nvPr/>
            </p:nvSpPr>
            <p:spPr>
              <a:xfrm flipH="1">
                <a:off x="4857916" y="1988046"/>
                <a:ext cx="86979" cy="15252"/>
              </a:xfrm>
              <a:custGeom>
                <a:rect b="b" l="l" r="r" t="t"/>
                <a:pathLst>
                  <a:path extrusionOk="0" h="202" w="1152">
                    <a:moveTo>
                      <a:pt x="1" y="0"/>
                    </a:moveTo>
                    <a:lnTo>
                      <a:pt x="1" y="202"/>
                    </a:lnTo>
                    <a:lnTo>
                      <a:pt x="1151" y="202"/>
                    </a:lnTo>
                    <a:lnTo>
                      <a:pt x="11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" name="Google Shape;676;p70"/>
              <p:cNvSpPr/>
              <p:nvPr/>
            </p:nvSpPr>
            <p:spPr>
              <a:xfrm flipH="1">
                <a:off x="4646660" y="2028287"/>
                <a:ext cx="298235" cy="15327"/>
              </a:xfrm>
              <a:custGeom>
                <a:rect b="b" l="l" r="r" t="t"/>
                <a:pathLst>
                  <a:path extrusionOk="0" h="203" w="3950">
                    <a:moveTo>
                      <a:pt x="1" y="1"/>
                    </a:moveTo>
                    <a:lnTo>
                      <a:pt x="1" y="203"/>
                    </a:lnTo>
                    <a:lnTo>
                      <a:pt x="3950" y="203"/>
                    </a:lnTo>
                    <a:lnTo>
                      <a:pt x="395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70"/>
              <p:cNvSpPr/>
              <p:nvPr/>
            </p:nvSpPr>
            <p:spPr>
              <a:xfrm flipH="1">
                <a:off x="4646660" y="2069510"/>
                <a:ext cx="298235" cy="15327"/>
              </a:xfrm>
              <a:custGeom>
                <a:rect b="b" l="l" r="r" t="t"/>
                <a:pathLst>
                  <a:path extrusionOk="0" h="203" w="3950">
                    <a:moveTo>
                      <a:pt x="1" y="0"/>
                    </a:moveTo>
                    <a:lnTo>
                      <a:pt x="1" y="202"/>
                    </a:lnTo>
                    <a:lnTo>
                      <a:pt x="3950" y="202"/>
                    </a:lnTo>
                    <a:lnTo>
                      <a:pt x="395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70"/>
              <p:cNvSpPr/>
              <p:nvPr/>
            </p:nvSpPr>
            <p:spPr>
              <a:xfrm flipH="1">
                <a:off x="4939458" y="1072004"/>
                <a:ext cx="11703" cy="729883"/>
              </a:xfrm>
              <a:custGeom>
                <a:rect b="b" l="l" r="r" t="t"/>
                <a:pathLst>
                  <a:path extrusionOk="0" h="9667" w="155">
                    <a:moveTo>
                      <a:pt x="1" y="1"/>
                    </a:moveTo>
                    <a:lnTo>
                      <a:pt x="1" y="9666"/>
                    </a:lnTo>
                    <a:lnTo>
                      <a:pt x="155" y="9666"/>
                    </a:lnTo>
                    <a:lnTo>
                      <a:pt x="155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70"/>
              <p:cNvSpPr/>
              <p:nvPr/>
            </p:nvSpPr>
            <p:spPr>
              <a:xfrm flipH="1">
                <a:off x="4731681" y="1072004"/>
                <a:ext cx="11703" cy="729883"/>
              </a:xfrm>
              <a:custGeom>
                <a:rect b="b" l="l" r="r" t="t"/>
                <a:pathLst>
                  <a:path extrusionOk="0" h="9667" w="155">
                    <a:moveTo>
                      <a:pt x="0" y="1"/>
                    </a:moveTo>
                    <a:lnTo>
                      <a:pt x="0" y="9666"/>
                    </a:lnTo>
                    <a:lnTo>
                      <a:pt x="154" y="9666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70"/>
              <p:cNvSpPr/>
              <p:nvPr/>
            </p:nvSpPr>
            <p:spPr>
              <a:xfrm flipH="1">
                <a:off x="4524885" y="1072004"/>
                <a:ext cx="10797" cy="729883"/>
              </a:xfrm>
              <a:custGeom>
                <a:rect b="b" l="l" r="r" t="t"/>
                <a:pathLst>
                  <a:path extrusionOk="0" h="9667" w="143">
                    <a:moveTo>
                      <a:pt x="1" y="1"/>
                    </a:moveTo>
                    <a:lnTo>
                      <a:pt x="1" y="9666"/>
                    </a:lnTo>
                    <a:lnTo>
                      <a:pt x="143" y="9666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70"/>
              <p:cNvSpPr/>
              <p:nvPr/>
            </p:nvSpPr>
            <p:spPr>
              <a:xfrm flipH="1">
                <a:off x="4317107" y="1072004"/>
                <a:ext cx="10797" cy="729883"/>
              </a:xfrm>
              <a:custGeom>
                <a:rect b="b" l="l" r="r" t="t"/>
                <a:pathLst>
                  <a:path extrusionOk="0" h="9667" w="143">
                    <a:moveTo>
                      <a:pt x="0" y="1"/>
                    </a:moveTo>
                    <a:lnTo>
                      <a:pt x="0" y="9666"/>
                    </a:lnTo>
                    <a:lnTo>
                      <a:pt x="142" y="9666"/>
                    </a:lnTo>
                    <a:lnTo>
                      <a:pt x="142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70"/>
              <p:cNvSpPr/>
              <p:nvPr/>
            </p:nvSpPr>
            <p:spPr>
              <a:xfrm flipH="1">
                <a:off x="4109405" y="1072004"/>
                <a:ext cx="11703" cy="729883"/>
              </a:xfrm>
              <a:custGeom>
                <a:rect b="b" l="l" r="r" t="t"/>
                <a:pathLst>
                  <a:path extrusionOk="0" h="9667" w="155">
                    <a:moveTo>
                      <a:pt x="1" y="1"/>
                    </a:moveTo>
                    <a:lnTo>
                      <a:pt x="1" y="9666"/>
                    </a:lnTo>
                    <a:lnTo>
                      <a:pt x="155" y="9666"/>
                    </a:lnTo>
                    <a:lnTo>
                      <a:pt x="155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70"/>
              <p:cNvSpPr/>
              <p:nvPr/>
            </p:nvSpPr>
            <p:spPr>
              <a:xfrm flipH="1">
                <a:off x="3901628" y="1072004"/>
                <a:ext cx="11703" cy="729883"/>
              </a:xfrm>
              <a:custGeom>
                <a:rect b="b" l="l" r="r" t="t"/>
                <a:pathLst>
                  <a:path extrusionOk="0" h="9667" w="155">
                    <a:moveTo>
                      <a:pt x="0" y="1"/>
                    </a:moveTo>
                    <a:lnTo>
                      <a:pt x="0" y="9666"/>
                    </a:lnTo>
                    <a:lnTo>
                      <a:pt x="154" y="9666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70"/>
              <p:cNvSpPr/>
              <p:nvPr/>
            </p:nvSpPr>
            <p:spPr>
              <a:xfrm flipH="1">
                <a:off x="4911673" y="1362151"/>
                <a:ext cx="67273" cy="439727"/>
              </a:xfrm>
              <a:custGeom>
                <a:rect b="b" l="l" r="r" t="t"/>
                <a:pathLst>
                  <a:path extrusionOk="0" h="5824" w="891">
                    <a:moveTo>
                      <a:pt x="1" y="0"/>
                    </a:moveTo>
                    <a:lnTo>
                      <a:pt x="1" y="5823"/>
                    </a:lnTo>
                    <a:lnTo>
                      <a:pt x="890" y="5823"/>
                    </a:lnTo>
                    <a:lnTo>
                      <a:pt x="89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70"/>
              <p:cNvSpPr/>
              <p:nvPr/>
            </p:nvSpPr>
            <p:spPr>
              <a:xfrm flipH="1">
                <a:off x="4702159" y="1512547"/>
                <a:ext cx="67197" cy="289326"/>
              </a:xfrm>
              <a:custGeom>
                <a:rect b="b" l="l" r="r" t="t"/>
                <a:pathLst>
                  <a:path extrusionOk="0" h="3832" w="890">
                    <a:moveTo>
                      <a:pt x="0" y="1"/>
                    </a:moveTo>
                    <a:lnTo>
                      <a:pt x="0" y="3831"/>
                    </a:lnTo>
                    <a:lnTo>
                      <a:pt x="890" y="3831"/>
                    </a:lnTo>
                    <a:lnTo>
                      <a:pt x="89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70"/>
              <p:cNvSpPr/>
              <p:nvPr/>
            </p:nvSpPr>
            <p:spPr>
              <a:xfrm flipH="1">
                <a:off x="4496193" y="1386311"/>
                <a:ext cx="67273" cy="415566"/>
              </a:xfrm>
              <a:custGeom>
                <a:rect b="b" l="l" r="r" t="t"/>
                <a:pathLst>
                  <a:path extrusionOk="0" h="5504" w="891">
                    <a:moveTo>
                      <a:pt x="1" y="0"/>
                    </a:moveTo>
                    <a:lnTo>
                      <a:pt x="1" y="5503"/>
                    </a:lnTo>
                    <a:lnTo>
                      <a:pt x="890" y="5503"/>
                    </a:lnTo>
                    <a:lnTo>
                      <a:pt x="89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70"/>
              <p:cNvSpPr/>
              <p:nvPr/>
            </p:nvSpPr>
            <p:spPr>
              <a:xfrm flipH="1">
                <a:off x="4288491" y="1227836"/>
                <a:ext cx="68103" cy="574046"/>
              </a:xfrm>
              <a:custGeom>
                <a:rect b="b" l="l" r="r" t="t"/>
                <a:pathLst>
                  <a:path extrusionOk="0" h="7603" w="902">
                    <a:moveTo>
                      <a:pt x="1" y="0"/>
                    </a:moveTo>
                    <a:lnTo>
                      <a:pt x="1" y="7602"/>
                    </a:lnTo>
                    <a:lnTo>
                      <a:pt x="902" y="7602"/>
                    </a:lnTo>
                    <a:lnTo>
                      <a:pt x="90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70"/>
              <p:cNvSpPr/>
              <p:nvPr/>
            </p:nvSpPr>
            <p:spPr>
              <a:xfrm flipH="1">
                <a:off x="4081620" y="1470493"/>
                <a:ext cx="67197" cy="331380"/>
              </a:xfrm>
              <a:custGeom>
                <a:rect b="b" l="l" r="r" t="t"/>
                <a:pathLst>
                  <a:path extrusionOk="0" h="4389" w="890">
                    <a:moveTo>
                      <a:pt x="0" y="0"/>
                    </a:moveTo>
                    <a:lnTo>
                      <a:pt x="0" y="4388"/>
                    </a:lnTo>
                    <a:lnTo>
                      <a:pt x="890" y="4388"/>
                    </a:lnTo>
                    <a:lnTo>
                      <a:pt x="89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70"/>
              <p:cNvSpPr/>
              <p:nvPr/>
            </p:nvSpPr>
            <p:spPr>
              <a:xfrm flipH="1">
                <a:off x="3866715" y="1816132"/>
                <a:ext cx="1220573" cy="8985"/>
              </a:xfrm>
              <a:custGeom>
                <a:rect b="b" l="l" r="r" t="t"/>
                <a:pathLst>
                  <a:path extrusionOk="0" h="119" w="16166">
                    <a:moveTo>
                      <a:pt x="1" y="0"/>
                    </a:moveTo>
                    <a:lnTo>
                      <a:pt x="1" y="119"/>
                    </a:lnTo>
                    <a:lnTo>
                      <a:pt x="16166" y="119"/>
                    </a:lnTo>
                    <a:lnTo>
                      <a:pt x="16166" y="0"/>
                    </a:ln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" name="Google Shape;690;p70"/>
              <p:cNvSpPr/>
              <p:nvPr/>
            </p:nvSpPr>
            <p:spPr>
              <a:xfrm flipH="1">
                <a:off x="3836241" y="1107867"/>
                <a:ext cx="142473" cy="694019"/>
              </a:xfrm>
              <a:custGeom>
                <a:rect b="b" l="l" r="r" t="t"/>
                <a:pathLst>
                  <a:path extrusionOk="0" h="9192" w="1887">
                    <a:moveTo>
                      <a:pt x="937" y="0"/>
                    </a:moveTo>
                    <a:lnTo>
                      <a:pt x="0" y="1637"/>
                    </a:lnTo>
                    <a:lnTo>
                      <a:pt x="498" y="1637"/>
                    </a:lnTo>
                    <a:lnTo>
                      <a:pt x="498" y="9191"/>
                    </a:lnTo>
                    <a:lnTo>
                      <a:pt x="1388" y="9191"/>
                    </a:lnTo>
                    <a:lnTo>
                      <a:pt x="1388" y="1637"/>
                    </a:lnTo>
                    <a:lnTo>
                      <a:pt x="1886" y="1637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70"/>
              <p:cNvSpPr/>
              <p:nvPr/>
            </p:nvSpPr>
            <p:spPr>
              <a:xfrm flipH="1">
                <a:off x="5000310" y="1757922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0"/>
                    </a:moveTo>
                    <a:cubicBezTo>
                      <a:pt x="48" y="0"/>
                      <a:pt x="1" y="48"/>
                      <a:pt x="1" y="107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07"/>
                    </a:cubicBezTo>
                    <a:cubicBezTo>
                      <a:pt x="1151" y="48"/>
                      <a:pt x="1104" y="0"/>
                      <a:pt x="1045" y="0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70"/>
              <p:cNvSpPr/>
              <p:nvPr/>
            </p:nvSpPr>
            <p:spPr>
              <a:xfrm flipH="1">
                <a:off x="5000310" y="1636140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0"/>
                    </a:moveTo>
                    <a:cubicBezTo>
                      <a:pt x="48" y="0"/>
                      <a:pt x="1" y="48"/>
                      <a:pt x="1" y="107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07"/>
                    </a:cubicBezTo>
                    <a:cubicBezTo>
                      <a:pt x="1151" y="48"/>
                      <a:pt x="1104" y="0"/>
                      <a:pt x="1045" y="0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70"/>
              <p:cNvSpPr/>
              <p:nvPr/>
            </p:nvSpPr>
            <p:spPr>
              <a:xfrm flipH="1">
                <a:off x="5000310" y="1514359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0"/>
                    </a:moveTo>
                    <a:cubicBezTo>
                      <a:pt x="48" y="0"/>
                      <a:pt x="1" y="48"/>
                      <a:pt x="1" y="119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19"/>
                    </a:cubicBezTo>
                    <a:cubicBezTo>
                      <a:pt x="1151" y="48"/>
                      <a:pt x="1104" y="0"/>
                      <a:pt x="1045" y="0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70"/>
              <p:cNvSpPr/>
              <p:nvPr/>
            </p:nvSpPr>
            <p:spPr>
              <a:xfrm flipH="1">
                <a:off x="5000310" y="1392577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1"/>
                    </a:moveTo>
                    <a:cubicBezTo>
                      <a:pt x="48" y="1"/>
                      <a:pt x="1" y="60"/>
                      <a:pt x="1" y="119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19"/>
                    </a:cubicBezTo>
                    <a:cubicBezTo>
                      <a:pt x="1151" y="60"/>
                      <a:pt x="1104" y="1"/>
                      <a:pt x="1045" y="1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70"/>
              <p:cNvSpPr/>
              <p:nvPr/>
            </p:nvSpPr>
            <p:spPr>
              <a:xfrm flipH="1">
                <a:off x="5000310" y="1271702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0"/>
                    </a:moveTo>
                    <a:cubicBezTo>
                      <a:pt x="48" y="0"/>
                      <a:pt x="1" y="48"/>
                      <a:pt x="1" y="107"/>
                    </a:cubicBezTo>
                    <a:cubicBezTo>
                      <a:pt x="1" y="166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66"/>
                      <a:pt x="1151" y="107"/>
                    </a:cubicBezTo>
                    <a:cubicBezTo>
                      <a:pt x="1151" y="48"/>
                      <a:pt x="1104" y="0"/>
                      <a:pt x="1045" y="0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70"/>
              <p:cNvSpPr/>
              <p:nvPr/>
            </p:nvSpPr>
            <p:spPr>
              <a:xfrm flipH="1">
                <a:off x="5000310" y="1149920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1"/>
                    </a:moveTo>
                    <a:cubicBezTo>
                      <a:pt x="48" y="1"/>
                      <a:pt x="1" y="48"/>
                      <a:pt x="1" y="107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07"/>
                    </a:cubicBezTo>
                    <a:cubicBezTo>
                      <a:pt x="1151" y="48"/>
                      <a:pt x="1104" y="1"/>
                      <a:pt x="1045" y="1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70"/>
              <p:cNvSpPr/>
              <p:nvPr/>
            </p:nvSpPr>
            <p:spPr>
              <a:xfrm flipH="1">
                <a:off x="5000310" y="1028139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1"/>
                    </a:moveTo>
                    <a:cubicBezTo>
                      <a:pt x="48" y="1"/>
                      <a:pt x="1" y="48"/>
                      <a:pt x="1" y="119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19"/>
                    </a:cubicBezTo>
                    <a:cubicBezTo>
                      <a:pt x="1151" y="48"/>
                      <a:pt x="1104" y="1"/>
                      <a:pt x="1045" y="1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70"/>
              <p:cNvSpPr/>
              <p:nvPr/>
            </p:nvSpPr>
            <p:spPr>
              <a:xfrm flipH="1">
                <a:off x="3833602" y="1900239"/>
                <a:ext cx="1888" cy="9060"/>
              </a:xfrm>
              <a:custGeom>
                <a:rect b="b" l="l" r="r" t="t"/>
                <a:pathLst>
                  <a:path extrusionOk="0" h="120" w="25">
                    <a:moveTo>
                      <a:pt x="25" y="1"/>
                    </a:moveTo>
                    <a:lnTo>
                      <a:pt x="1" y="120"/>
                    </a:lnTo>
                    <a:cubicBezTo>
                      <a:pt x="13" y="72"/>
                      <a:pt x="25" y="37"/>
                      <a:pt x="2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99" name="Google Shape;699;p70"/>
            <p:cNvSpPr/>
            <p:nvPr/>
          </p:nvSpPr>
          <p:spPr>
            <a:xfrm flipH="1">
              <a:off x="-3721620" y="3392388"/>
              <a:ext cx="2021264" cy="274051"/>
            </a:xfrm>
            <a:custGeom>
              <a:rect b="b" l="l" r="r" t="t"/>
              <a:pathLst>
                <a:path extrusionOk="0" h="1958" w="11719">
                  <a:moveTo>
                    <a:pt x="5859" y="1"/>
                  </a:moveTo>
                  <a:cubicBezTo>
                    <a:pt x="2622" y="1"/>
                    <a:pt x="1" y="439"/>
                    <a:pt x="1" y="973"/>
                  </a:cubicBezTo>
                  <a:cubicBezTo>
                    <a:pt x="1" y="1519"/>
                    <a:pt x="2622" y="1957"/>
                    <a:pt x="5859" y="1957"/>
                  </a:cubicBezTo>
                  <a:cubicBezTo>
                    <a:pt x="9097" y="1957"/>
                    <a:pt x="11718" y="1519"/>
                    <a:pt x="11718" y="973"/>
                  </a:cubicBezTo>
                  <a:cubicBezTo>
                    <a:pt x="11718" y="439"/>
                    <a:pt x="9097" y="1"/>
                    <a:pt x="58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70"/>
            <p:cNvSpPr/>
            <p:nvPr/>
          </p:nvSpPr>
          <p:spPr>
            <a:xfrm>
              <a:off x="-3449096" y="1513692"/>
              <a:ext cx="204850" cy="216580"/>
            </a:xfrm>
            <a:custGeom>
              <a:rect b="b" l="l" r="r" t="t"/>
              <a:pathLst>
                <a:path extrusionOk="0" h="2384" w="2255">
                  <a:moveTo>
                    <a:pt x="2171" y="0"/>
                  </a:moveTo>
                  <a:cubicBezTo>
                    <a:pt x="1837" y="46"/>
                    <a:pt x="1502" y="67"/>
                    <a:pt x="1164" y="67"/>
                  </a:cubicBezTo>
                  <a:cubicBezTo>
                    <a:pt x="975" y="67"/>
                    <a:pt x="785" y="60"/>
                    <a:pt x="594" y="48"/>
                  </a:cubicBezTo>
                  <a:cubicBezTo>
                    <a:pt x="582" y="735"/>
                    <a:pt x="345" y="1483"/>
                    <a:pt x="1" y="2076"/>
                  </a:cubicBezTo>
                  <a:cubicBezTo>
                    <a:pt x="748" y="2147"/>
                    <a:pt x="1531" y="2206"/>
                    <a:pt x="2254" y="2384"/>
                  </a:cubicBezTo>
                  <a:cubicBezTo>
                    <a:pt x="2230" y="1589"/>
                    <a:pt x="2207" y="795"/>
                    <a:pt x="2171" y="0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70"/>
            <p:cNvSpPr/>
            <p:nvPr/>
          </p:nvSpPr>
          <p:spPr>
            <a:xfrm>
              <a:off x="-3394135" y="1307101"/>
              <a:ext cx="274799" cy="349399"/>
            </a:xfrm>
            <a:custGeom>
              <a:rect b="b" l="l" r="r" t="t"/>
              <a:pathLst>
                <a:path extrusionOk="0" h="3846" w="3025">
                  <a:moveTo>
                    <a:pt x="1433" y="0"/>
                  </a:moveTo>
                  <a:cubicBezTo>
                    <a:pt x="1279" y="0"/>
                    <a:pt x="1127" y="21"/>
                    <a:pt x="985" y="80"/>
                  </a:cubicBezTo>
                  <a:cubicBezTo>
                    <a:pt x="783" y="163"/>
                    <a:pt x="617" y="317"/>
                    <a:pt x="487" y="507"/>
                  </a:cubicBezTo>
                  <a:cubicBezTo>
                    <a:pt x="368" y="685"/>
                    <a:pt x="273" y="887"/>
                    <a:pt x="214" y="1100"/>
                  </a:cubicBezTo>
                  <a:cubicBezTo>
                    <a:pt x="95" y="1480"/>
                    <a:pt x="24" y="1871"/>
                    <a:pt x="12" y="2274"/>
                  </a:cubicBezTo>
                  <a:cubicBezTo>
                    <a:pt x="1" y="2594"/>
                    <a:pt x="36" y="2938"/>
                    <a:pt x="238" y="3199"/>
                  </a:cubicBezTo>
                  <a:cubicBezTo>
                    <a:pt x="451" y="3484"/>
                    <a:pt x="819" y="3602"/>
                    <a:pt x="1163" y="3685"/>
                  </a:cubicBezTo>
                  <a:cubicBezTo>
                    <a:pt x="1412" y="3745"/>
                    <a:pt x="1673" y="3792"/>
                    <a:pt x="1934" y="3828"/>
                  </a:cubicBezTo>
                  <a:cubicBezTo>
                    <a:pt x="1982" y="3838"/>
                    <a:pt x="2033" y="3845"/>
                    <a:pt x="2083" y="3845"/>
                  </a:cubicBezTo>
                  <a:cubicBezTo>
                    <a:pt x="2153" y="3845"/>
                    <a:pt x="2222" y="3829"/>
                    <a:pt x="2278" y="3780"/>
                  </a:cubicBezTo>
                  <a:cubicBezTo>
                    <a:pt x="2349" y="3733"/>
                    <a:pt x="2373" y="3650"/>
                    <a:pt x="2408" y="3579"/>
                  </a:cubicBezTo>
                  <a:cubicBezTo>
                    <a:pt x="2515" y="3294"/>
                    <a:pt x="2622" y="3021"/>
                    <a:pt x="2717" y="2737"/>
                  </a:cubicBezTo>
                  <a:cubicBezTo>
                    <a:pt x="2811" y="2511"/>
                    <a:pt x="2894" y="2286"/>
                    <a:pt x="2859" y="2049"/>
                  </a:cubicBezTo>
                  <a:cubicBezTo>
                    <a:pt x="2835" y="1930"/>
                    <a:pt x="2788" y="1824"/>
                    <a:pt x="2811" y="1705"/>
                  </a:cubicBezTo>
                  <a:cubicBezTo>
                    <a:pt x="2823" y="1622"/>
                    <a:pt x="2871" y="1539"/>
                    <a:pt x="2906" y="1456"/>
                  </a:cubicBezTo>
                  <a:cubicBezTo>
                    <a:pt x="3025" y="1219"/>
                    <a:pt x="2989" y="934"/>
                    <a:pt x="2954" y="661"/>
                  </a:cubicBezTo>
                  <a:lnTo>
                    <a:pt x="2800" y="495"/>
                  </a:lnTo>
                  <a:cubicBezTo>
                    <a:pt x="2717" y="341"/>
                    <a:pt x="2562" y="234"/>
                    <a:pt x="2408" y="163"/>
                  </a:cubicBezTo>
                  <a:cubicBezTo>
                    <a:pt x="2242" y="92"/>
                    <a:pt x="2064" y="68"/>
                    <a:pt x="1898" y="45"/>
                  </a:cubicBezTo>
                  <a:cubicBezTo>
                    <a:pt x="1744" y="21"/>
                    <a:pt x="1587" y="0"/>
                    <a:pt x="1433" y="0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70"/>
            <p:cNvSpPr/>
            <p:nvPr/>
          </p:nvSpPr>
          <p:spPr>
            <a:xfrm>
              <a:off x="-3404855" y="1360066"/>
              <a:ext cx="276888" cy="250648"/>
            </a:xfrm>
            <a:custGeom>
              <a:rect b="b" l="l" r="r" t="t"/>
              <a:pathLst>
                <a:path extrusionOk="0" h="2759" w="3048">
                  <a:moveTo>
                    <a:pt x="2726" y="1"/>
                  </a:moveTo>
                  <a:cubicBezTo>
                    <a:pt x="2382" y="1"/>
                    <a:pt x="2035" y="135"/>
                    <a:pt x="1755" y="351"/>
                  </a:cubicBezTo>
                  <a:cubicBezTo>
                    <a:pt x="1388" y="624"/>
                    <a:pt x="1127" y="1003"/>
                    <a:pt x="913" y="1418"/>
                  </a:cubicBezTo>
                  <a:cubicBezTo>
                    <a:pt x="700" y="1822"/>
                    <a:pt x="225" y="2355"/>
                    <a:pt x="0" y="2759"/>
                  </a:cubicBezTo>
                  <a:cubicBezTo>
                    <a:pt x="866" y="2628"/>
                    <a:pt x="1755" y="2320"/>
                    <a:pt x="2111" y="1691"/>
                  </a:cubicBezTo>
                  <a:cubicBezTo>
                    <a:pt x="2230" y="1466"/>
                    <a:pt x="2313" y="1217"/>
                    <a:pt x="2455" y="1003"/>
                  </a:cubicBezTo>
                  <a:cubicBezTo>
                    <a:pt x="2562" y="849"/>
                    <a:pt x="2692" y="707"/>
                    <a:pt x="2811" y="553"/>
                  </a:cubicBezTo>
                  <a:cubicBezTo>
                    <a:pt x="2929" y="410"/>
                    <a:pt x="3024" y="232"/>
                    <a:pt x="3048" y="43"/>
                  </a:cubicBezTo>
                  <a:cubicBezTo>
                    <a:pt x="2942" y="14"/>
                    <a:pt x="2834" y="1"/>
                    <a:pt x="2726" y="1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70"/>
            <p:cNvSpPr/>
            <p:nvPr/>
          </p:nvSpPr>
          <p:spPr>
            <a:xfrm>
              <a:off x="-3457726" y="1237874"/>
              <a:ext cx="398799" cy="376109"/>
            </a:xfrm>
            <a:custGeom>
              <a:rect b="b" l="l" r="r" t="t"/>
              <a:pathLst>
                <a:path extrusionOk="0" h="4140" w="4390">
                  <a:moveTo>
                    <a:pt x="3464" y="0"/>
                  </a:moveTo>
                  <a:cubicBezTo>
                    <a:pt x="3357" y="225"/>
                    <a:pt x="3132" y="391"/>
                    <a:pt x="2883" y="427"/>
                  </a:cubicBezTo>
                  <a:lnTo>
                    <a:pt x="2859" y="427"/>
                  </a:lnTo>
                  <a:cubicBezTo>
                    <a:pt x="2835" y="427"/>
                    <a:pt x="2824" y="415"/>
                    <a:pt x="2800" y="415"/>
                  </a:cubicBezTo>
                  <a:cubicBezTo>
                    <a:pt x="2871" y="344"/>
                    <a:pt x="2918" y="249"/>
                    <a:pt x="2918" y="154"/>
                  </a:cubicBezTo>
                  <a:lnTo>
                    <a:pt x="2918" y="154"/>
                  </a:lnTo>
                  <a:cubicBezTo>
                    <a:pt x="2812" y="237"/>
                    <a:pt x="2681" y="297"/>
                    <a:pt x="2551" y="297"/>
                  </a:cubicBezTo>
                  <a:cubicBezTo>
                    <a:pt x="2610" y="249"/>
                    <a:pt x="2646" y="190"/>
                    <a:pt x="2669" y="107"/>
                  </a:cubicBezTo>
                  <a:lnTo>
                    <a:pt x="2669" y="107"/>
                  </a:lnTo>
                  <a:cubicBezTo>
                    <a:pt x="2527" y="190"/>
                    <a:pt x="2361" y="249"/>
                    <a:pt x="2195" y="261"/>
                  </a:cubicBezTo>
                  <a:cubicBezTo>
                    <a:pt x="2069" y="232"/>
                    <a:pt x="1941" y="223"/>
                    <a:pt x="1812" y="223"/>
                  </a:cubicBezTo>
                  <a:cubicBezTo>
                    <a:pt x="1625" y="223"/>
                    <a:pt x="1436" y="242"/>
                    <a:pt x="1246" y="249"/>
                  </a:cubicBezTo>
                  <a:cubicBezTo>
                    <a:pt x="1068" y="261"/>
                    <a:pt x="867" y="273"/>
                    <a:pt x="724" y="391"/>
                  </a:cubicBezTo>
                  <a:cubicBezTo>
                    <a:pt x="618" y="463"/>
                    <a:pt x="546" y="569"/>
                    <a:pt x="475" y="688"/>
                  </a:cubicBezTo>
                  <a:cubicBezTo>
                    <a:pt x="262" y="1056"/>
                    <a:pt x="119" y="1471"/>
                    <a:pt x="48" y="1910"/>
                  </a:cubicBezTo>
                  <a:cubicBezTo>
                    <a:pt x="1" y="2147"/>
                    <a:pt x="119" y="2443"/>
                    <a:pt x="179" y="2680"/>
                  </a:cubicBezTo>
                  <a:cubicBezTo>
                    <a:pt x="309" y="3214"/>
                    <a:pt x="452" y="3594"/>
                    <a:pt x="570" y="4139"/>
                  </a:cubicBezTo>
                  <a:cubicBezTo>
                    <a:pt x="1080" y="3688"/>
                    <a:pt x="1910" y="3700"/>
                    <a:pt x="2349" y="3297"/>
                  </a:cubicBezTo>
                  <a:cubicBezTo>
                    <a:pt x="2657" y="3024"/>
                    <a:pt x="2812" y="2621"/>
                    <a:pt x="2907" y="2194"/>
                  </a:cubicBezTo>
                  <a:cubicBezTo>
                    <a:pt x="2966" y="1993"/>
                    <a:pt x="3132" y="1838"/>
                    <a:pt x="3345" y="1803"/>
                  </a:cubicBezTo>
                  <a:cubicBezTo>
                    <a:pt x="3500" y="1767"/>
                    <a:pt x="3654" y="1684"/>
                    <a:pt x="3760" y="1566"/>
                  </a:cubicBezTo>
                  <a:cubicBezTo>
                    <a:pt x="3760" y="1554"/>
                    <a:pt x="3760" y="1554"/>
                    <a:pt x="3760" y="1554"/>
                  </a:cubicBezTo>
                  <a:cubicBezTo>
                    <a:pt x="4081" y="1400"/>
                    <a:pt x="4330" y="1115"/>
                    <a:pt x="4389" y="771"/>
                  </a:cubicBezTo>
                  <a:lnTo>
                    <a:pt x="4389" y="771"/>
                  </a:lnTo>
                  <a:cubicBezTo>
                    <a:pt x="4318" y="890"/>
                    <a:pt x="4199" y="984"/>
                    <a:pt x="4057" y="1020"/>
                  </a:cubicBezTo>
                  <a:cubicBezTo>
                    <a:pt x="4282" y="866"/>
                    <a:pt x="4377" y="558"/>
                    <a:pt x="4270" y="308"/>
                  </a:cubicBezTo>
                  <a:lnTo>
                    <a:pt x="4270" y="308"/>
                  </a:lnTo>
                  <a:cubicBezTo>
                    <a:pt x="4247" y="474"/>
                    <a:pt x="4081" y="605"/>
                    <a:pt x="3915" y="605"/>
                  </a:cubicBezTo>
                  <a:cubicBezTo>
                    <a:pt x="4021" y="581"/>
                    <a:pt x="4093" y="451"/>
                    <a:pt x="4057" y="344"/>
                  </a:cubicBezTo>
                  <a:lnTo>
                    <a:pt x="4057" y="344"/>
                  </a:lnTo>
                  <a:cubicBezTo>
                    <a:pt x="3974" y="463"/>
                    <a:pt x="3808" y="486"/>
                    <a:pt x="3689" y="486"/>
                  </a:cubicBezTo>
                  <a:cubicBezTo>
                    <a:pt x="3559" y="486"/>
                    <a:pt x="3428" y="474"/>
                    <a:pt x="3298" y="474"/>
                  </a:cubicBezTo>
                  <a:cubicBezTo>
                    <a:pt x="3417" y="344"/>
                    <a:pt x="3500" y="178"/>
                    <a:pt x="3464" y="0"/>
                  </a:cubicBezTo>
                  <a:close/>
                </a:path>
              </a:pathLst>
            </a:custGeom>
            <a:solidFill>
              <a:srgbClr val="684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70"/>
            <p:cNvSpPr/>
            <p:nvPr/>
          </p:nvSpPr>
          <p:spPr>
            <a:xfrm>
              <a:off x="-3417846" y="1415211"/>
              <a:ext cx="232829" cy="198774"/>
            </a:xfrm>
            <a:custGeom>
              <a:rect b="b" l="l" r="r" t="t"/>
              <a:pathLst>
                <a:path extrusionOk="0" h="2188" w="2563">
                  <a:moveTo>
                    <a:pt x="1517" y="1"/>
                  </a:moveTo>
                  <a:cubicBezTo>
                    <a:pt x="1446" y="1"/>
                    <a:pt x="1375" y="2"/>
                    <a:pt x="1305" y="5"/>
                  </a:cubicBezTo>
                  <a:cubicBezTo>
                    <a:pt x="926" y="17"/>
                    <a:pt x="546" y="76"/>
                    <a:pt x="238" y="278"/>
                  </a:cubicBezTo>
                  <a:cubicBezTo>
                    <a:pt x="190" y="396"/>
                    <a:pt x="167" y="515"/>
                    <a:pt x="155" y="622"/>
                  </a:cubicBezTo>
                  <a:cubicBezTo>
                    <a:pt x="226" y="610"/>
                    <a:pt x="309" y="598"/>
                    <a:pt x="380" y="598"/>
                  </a:cubicBezTo>
                  <a:cubicBezTo>
                    <a:pt x="467" y="598"/>
                    <a:pt x="559" y="603"/>
                    <a:pt x="650" y="603"/>
                  </a:cubicBezTo>
                  <a:cubicBezTo>
                    <a:pt x="695" y="603"/>
                    <a:pt x="740" y="602"/>
                    <a:pt x="783" y="598"/>
                  </a:cubicBezTo>
                  <a:cubicBezTo>
                    <a:pt x="1044" y="551"/>
                    <a:pt x="1270" y="373"/>
                    <a:pt x="1531" y="290"/>
                  </a:cubicBezTo>
                  <a:cubicBezTo>
                    <a:pt x="1680" y="240"/>
                    <a:pt x="1835" y="223"/>
                    <a:pt x="1993" y="223"/>
                  </a:cubicBezTo>
                  <a:cubicBezTo>
                    <a:pt x="2138" y="223"/>
                    <a:pt x="2285" y="237"/>
                    <a:pt x="2432" y="254"/>
                  </a:cubicBezTo>
                  <a:cubicBezTo>
                    <a:pt x="2373" y="301"/>
                    <a:pt x="2302" y="325"/>
                    <a:pt x="2218" y="325"/>
                  </a:cubicBezTo>
                  <a:cubicBezTo>
                    <a:pt x="2147" y="325"/>
                    <a:pt x="2076" y="313"/>
                    <a:pt x="1993" y="313"/>
                  </a:cubicBezTo>
                  <a:cubicBezTo>
                    <a:pt x="1971" y="311"/>
                    <a:pt x="1949" y="310"/>
                    <a:pt x="1928" y="310"/>
                  </a:cubicBezTo>
                  <a:cubicBezTo>
                    <a:pt x="1704" y="310"/>
                    <a:pt x="1498" y="416"/>
                    <a:pt x="1282" y="491"/>
                  </a:cubicBezTo>
                  <a:cubicBezTo>
                    <a:pt x="926" y="622"/>
                    <a:pt x="534" y="693"/>
                    <a:pt x="143" y="705"/>
                  </a:cubicBezTo>
                  <a:cubicBezTo>
                    <a:pt x="119" y="1001"/>
                    <a:pt x="143" y="1310"/>
                    <a:pt x="36" y="1582"/>
                  </a:cubicBezTo>
                  <a:cubicBezTo>
                    <a:pt x="24" y="1606"/>
                    <a:pt x="13" y="1630"/>
                    <a:pt x="1" y="1653"/>
                  </a:cubicBezTo>
                  <a:cubicBezTo>
                    <a:pt x="48" y="1819"/>
                    <a:pt x="96" y="1986"/>
                    <a:pt x="143" y="2187"/>
                  </a:cubicBezTo>
                  <a:cubicBezTo>
                    <a:pt x="641" y="1736"/>
                    <a:pt x="1471" y="1748"/>
                    <a:pt x="1922" y="1345"/>
                  </a:cubicBezTo>
                  <a:cubicBezTo>
                    <a:pt x="2218" y="1072"/>
                    <a:pt x="2373" y="669"/>
                    <a:pt x="2479" y="242"/>
                  </a:cubicBezTo>
                  <a:cubicBezTo>
                    <a:pt x="2491" y="171"/>
                    <a:pt x="2527" y="112"/>
                    <a:pt x="2562" y="52"/>
                  </a:cubicBezTo>
                  <a:lnTo>
                    <a:pt x="2562" y="52"/>
                  </a:lnTo>
                  <a:cubicBezTo>
                    <a:pt x="2539" y="64"/>
                    <a:pt x="2515" y="76"/>
                    <a:pt x="2479" y="76"/>
                  </a:cubicBezTo>
                  <a:cubicBezTo>
                    <a:pt x="2396" y="76"/>
                    <a:pt x="2302" y="64"/>
                    <a:pt x="2218" y="52"/>
                  </a:cubicBezTo>
                  <a:cubicBezTo>
                    <a:pt x="1983" y="16"/>
                    <a:pt x="1747" y="1"/>
                    <a:pt x="1517" y="1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70"/>
            <p:cNvSpPr/>
            <p:nvPr/>
          </p:nvSpPr>
          <p:spPr>
            <a:xfrm>
              <a:off x="-3393045" y="1377963"/>
              <a:ext cx="253269" cy="56053"/>
            </a:xfrm>
            <a:custGeom>
              <a:rect b="b" l="l" r="r" t="t"/>
              <a:pathLst>
                <a:path extrusionOk="0" h="617" w="2788">
                  <a:moveTo>
                    <a:pt x="1158" y="1"/>
                  </a:moveTo>
                  <a:cubicBezTo>
                    <a:pt x="740" y="1"/>
                    <a:pt x="354" y="122"/>
                    <a:pt x="36" y="545"/>
                  </a:cubicBezTo>
                  <a:cubicBezTo>
                    <a:pt x="24" y="569"/>
                    <a:pt x="12" y="593"/>
                    <a:pt x="0" y="617"/>
                  </a:cubicBezTo>
                  <a:cubicBezTo>
                    <a:pt x="167" y="474"/>
                    <a:pt x="380" y="391"/>
                    <a:pt x="605" y="356"/>
                  </a:cubicBezTo>
                  <a:cubicBezTo>
                    <a:pt x="724" y="337"/>
                    <a:pt x="846" y="329"/>
                    <a:pt x="969" y="329"/>
                  </a:cubicBezTo>
                  <a:cubicBezTo>
                    <a:pt x="1154" y="329"/>
                    <a:pt x="1341" y="346"/>
                    <a:pt x="1519" y="368"/>
                  </a:cubicBezTo>
                  <a:cubicBezTo>
                    <a:pt x="1699" y="383"/>
                    <a:pt x="1879" y="398"/>
                    <a:pt x="2059" y="398"/>
                  </a:cubicBezTo>
                  <a:cubicBezTo>
                    <a:pt x="2163" y="398"/>
                    <a:pt x="2268" y="392"/>
                    <a:pt x="2372" y="379"/>
                  </a:cubicBezTo>
                  <a:cubicBezTo>
                    <a:pt x="2444" y="320"/>
                    <a:pt x="2538" y="273"/>
                    <a:pt x="2633" y="261"/>
                  </a:cubicBezTo>
                  <a:cubicBezTo>
                    <a:pt x="2681" y="249"/>
                    <a:pt x="2740" y="225"/>
                    <a:pt x="2788" y="213"/>
                  </a:cubicBezTo>
                  <a:cubicBezTo>
                    <a:pt x="2243" y="187"/>
                    <a:pt x="1676" y="1"/>
                    <a:pt x="1158" y="1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70"/>
            <p:cNvSpPr/>
            <p:nvPr/>
          </p:nvSpPr>
          <p:spPr>
            <a:xfrm>
              <a:off x="-3266955" y="1436924"/>
              <a:ext cx="74400" cy="126914"/>
            </a:xfrm>
            <a:custGeom>
              <a:rect b="b" l="l" r="r" t="t"/>
              <a:pathLst>
                <a:path extrusionOk="0" h="1397" w="819">
                  <a:moveTo>
                    <a:pt x="403" y="1"/>
                  </a:moveTo>
                  <a:cubicBezTo>
                    <a:pt x="338" y="1"/>
                    <a:pt x="270" y="34"/>
                    <a:pt x="225" y="86"/>
                  </a:cubicBezTo>
                  <a:cubicBezTo>
                    <a:pt x="154" y="157"/>
                    <a:pt x="119" y="264"/>
                    <a:pt x="95" y="371"/>
                  </a:cubicBezTo>
                  <a:cubicBezTo>
                    <a:pt x="36" y="620"/>
                    <a:pt x="0" y="893"/>
                    <a:pt x="107" y="1130"/>
                  </a:cubicBezTo>
                  <a:cubicBezTo>
                    <a:pt x="142" y="1213"/>
                    <a:pt x="202" y="1296"/>
                    <a:pt x="273" y="1343"/>
                  </a:cubicBezTo>
                  <a:cubicBezTo>
                    <a:pt x="320" y="1375"/>
                    <a:pt x="384" y="1396"/>
                    <a:pt x="445" y="1396"/>
                  </a:cubicBezTo>
                  <a:cubicBezTo>
                    <a:pt x="476" y="1396"/>
                    <a:pt x="506" y="1391"/>
                    <a:pt x="534" y="1379"/>
                  </a:cubicBezTo>
                  <a:lnTo>
                    <a:pt x="818" y="525"/>
                  </a:lnTo>
                  <a:cubicBezTo>
                    <a:pt x="712" y="525"/>
                    <a:pt x="641" y="418"/>
                    <a:pt x="629" y="312"/>
                  </a:cubicBezTo>
                  <a:cubicBezTo>
                    <a:pt x="605" y="217"/>
                    <a:pt x="593" y="98"/>
                    <a:pt x="510" y="39"/>
                  </a:cubicBezTo>
                  <a:cubicBezTo>
                    <a:pt x="479" y="12"/>
                    <a:pt x="442" y="1"/>
                    <a:pt x="403" y="1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70"/>
            <p:cNvSpPr/>
            <p:nvPr/>
          </p:nvSpPr>
          <p:spPr>
            <a:xfrm>
              <a:off x="-3158216" y="1359248"/>
              <a:ext cx="476287" cy="650741"/>
            </a:xfrm>
            <a:custGeom>
              <a:rect b="b" l="l" r="r" t="t"/>
              <a:pathLst>
                <a:path extrusionOk="0" h="7163" w="5243">
                  <a:moveTo>
                    <a:pt x="3846" y="0"/>
                  </a:moveTo>
                  <a:cubicBezTo>
                    <a:pt x="3834" y="0"/>
                    <a:pt x="3821" y="2"/>
                    <a:pt x="3808" y="4"/>
                  </a:cubicBezTo>
                  <a:cubicBezTo>
                    <a:pt x="3760" y="28"/>
                    <a:pt x="3689" y="87"/>
                    <a:pt x="3654" y="135"/>
                  </a:cubicBezTo>
                  <a:cubicBezTo>
                    <a:pt x="3405" y="467"/>
                    <a:pt x="3334" y="775"/>
                    <a:pt x="2895" y="1226"/>
                  </a:cubicBezTo>
                  <a:cubicBezTo>
                    <a:pt x="2824" y="1307"/>
                    <a:pt x="2736" y="1414"/>
                    <a:pt x="2638" y="1414"/>
                  </a:cubicBezTo>
                  <a:cubicBezTo>
                    <a:pt x="2621" y="1414"/>
                    <a:pt x="2604" y="1411"/>
                    <a:pt x="2586" y="1404"/>
                  </a:cubicBezTo>
                  <a:cubicBezTo>
                    <a:pt x="2468" y="1368"/>
                    <a:pt x="2432" y="1226"/>
                    <a:pt x="2385" y="1107"/>
                  </a:cubicBezTo>
                  <a:cubicBezTo>
                    <a:pt x="2295" y="950"/>
                    <a:pt x="2132" y="857"/>
                    <a:pt x="1954" y="857"/>
                  </a:cubicBezTo>
                  <a:cubicBezTo>
                    <a:pt x="1943" y="857"/>
                    <a:pt x="1933" y="857"/>
                    <a:pt x="1922" y="858"/>
                  </a:cubicBezTo>
                  <a:cubicBezTo>
                    <a:pt x="1981" y="1226"/>
                    <a:pt x="2254" y="1534"/>
                    <a:pt x="2373" y="1890"/>
                  </a:cubicBezTo>
                  <a:cubicBezTo>
                    <a:pt x="2420" y="2032"/>
                    <a:pt x="2444" y="2186"/>
                    <a:pt x="2432" y="2341"/>
                  </a:cubicBezTo>
                  <a:cubicBezTo>
                    <a:pt x="1649" y="3669"/>
                    <a:pt x="784" y="5045"/>
                    <a:pt x="1" y="6373"/>
                  </a:cubicBezTo>
                  <a:cubicBezTo>
                    <a:pt x="428" y="6610"/>
                    <a:pt x="867" y="6859"/>
                    <a:pt x="1294" y="7096"/>
                  </a:cubicBezTo>
                  <a:cubicBezTo>
                    <a:pt x="1351" y="7125"/>
                    <a:pt x="1409" y="7162"/>
                    <a:pt x="1474" y="7162"/>
                  </a:cubicBezTo>
                  <a:cubicBezTo>
                    <a:pt x="1488" y="7162"/>
                    <a:pt x="1503" y="7160"/>
                    <a:pt x="1519" y="7156"/>
                  </a:cubicBezTo>
                  <a:cubicBezTo>
                    <a:pt x="1590" y="7144"/>
                    <a:pt x="1638" y="7073"/>
                    <a:pt x="1685" y="7013"/>
                  </a:cubicBezTo>
                  <a:cubicBezTo>
                    <a:pt x="2491" y="5910"/>
                    <a:pt x="2729" y="4689"/>
                    <a:pt x="3061" y="3361"/>
                  </a:cubicBezTo>
                  <a:cubicBezTo>
                    <a:pt x="3084" y="3242"/>
                    <a:pt x="3215" y="2945"/>
                    <a:pt x="3310" y="2720"/>
                  </a:cubicBezTo>
                  <a:cubicBezTo>
                    <a:pt x="3369" y="2649"/>
                    <a:pt x="3428" y="2578"/>
                    <a:pt x="3500" y="2519"/>
                  </a:cubicBezTo>
                  <a:cubicBezTo>
                    <a:pt x="3749" y="2281"/>
                    <a:pt x="4057" y="2103"/>
                    <a:pt x="4353" y="1937"/>
                  </a:cubicBezTo>
                  <a:cubicBezTo>
                    <a:pt x="4603" y="1783"/>
                    <a:pt x="4863" y="1641"/>
                    <a:pt x="5124" y="1487"/>
                  </a:cubicBezTo>
                  <a:cubicBezTo>
                    <a:pt x="5160" y="1463"/>
                    <a:pt x="5207" y="1439"/>
                    <a:pt x="5219" y="1404"/>
                  </a:cubicBezTo>
                  <a:cubicBezTo>
                    <a:pt x="5243" y="1356"/>
                    <a:pt x="5231" y="1297"/>
                    <a:pt x="5196" y="1273"/>
                  </a:cubicBezTo>
                  <a:cubicBezTo>
                    <a:pt x="5185" y="1270"/>
                    <a:pt x="5175" y="1268"/>
                    <a:pt x="5164" y="1268"/>
                  </a:cubicBezTo>
                  <a:cubicBezTo>
                    <a:pt x="5139" y="1268"/>
                    <a:pt x="5114" y="1277"/>
                    <a:pt x="5089" y="1285"/>
                  </a:cubicBezTo>
                  <a:cubicBezTo>
                    <a:pt x="4852" y="1392"/>
                    <a:pt x="4519" y="1522"/>
                    <a:pt x="4306" y="1570"/>
                  </a:cubicBezTo>
                  <a:cubicBezTo>
                    <a:pt x="4401" y="1356"/>
                    <a:pt x="4828" y="1012"/>
                    <a:pt x="5029" y="775"/>
                  </a:cubicBezTo>
                  <a:cubicBezTo>
                    <a:pt x="5065" y="740"/>
                    <a:pt x="5101" y="692"/>
                    <a:pt x="5077" y="645"/>
                  </a:cubicBezTo>
                  <a:cubicBezTo>
                    <a:pt x="5063" y="612"/>
                    <a:pt x="5037" y="599"/>
                    <a:pt x="5008" y="599"/>
                  </a:cubicBezTo>
                  <a:cubicBezTo>
                    <a:pt x="4962" y="599"/>
                    <a:pt x="4906" y="628"/>
                    <a:pt x="4863" y="657"/>
                  </a:cubicBezTo>
                  <a:cubicBezTo>
                    <a:pt x="4709" y="775"/>
                    <a:pt x="4425" y="977"/>
                    <a:pt x="4270" y="1095"/>
                  </a:cubicBezTo>
                  <a:cubicBezTo>
                    <a:pt x="4202" y="1155"/>
                    <a:pt x="4104" y="1202"/>
                    <a:pt x="4045" y="1202"/>
                  </a:cubicBezTo>
                  <a:cubicBezTo>
                    <a:pt x="4021" y="1202"/>
                    <a:pt x="4004" y="1195"/>
                    <a:pt x="3998" y="1178"/>
                  </a:cubicBezTo>
                  <a:cubicBezTo>
                    <a:pt x="3950" y="1155"/>
                    <a:pt x="4021" y="977"/>
                    <a:pt x="4081" y="882"/>
                  </a:cubicBezTo>
                  <a:cubicBezTo>
                    <a:pt x="4187" y="716"/>
                    <a:pt x="4294" y="502"/>
                    <a:pt x="4413" y="336"/>
                  </a:cubicBezTo>
                  <a:cubicBezTo>
                    <a:pt x="4448" y="277"/>
                    <a:pt x="4508" y="158"/>
                    <a:pt x="4448" y="123"/>
                  </a:cubicBezTo>
                  <a:cubicBezTo>
                    <a:pt x="4437" y="114"/>
                    <a:pt x="4423" y="110"/>
                    <a:pt x="4408" y="110"/>
                  </a:cubicBezTo>
                  <a:cubicBezTo>
                    <a:pt x="4362" y="110"/>
                    <a:pt x="4306" y="146"/>
                    <a:pt x="4270" y="182"/>
                  </a:cubicBezTo>
                  <a:cubicBezTo>
                    <a:pt x="4069" y="407"/>
                    <a:pt x="3843" y="751"/>
                    <a:pt x="3642" y="977"/>
                  </a:cubicBezTo>
                  <a:cubicBezTo>
                    <a:pt x="3500" y="906"/>
                    <a:pt x="3820" y="384"/>
                    <a:pt x="3915" y="170"/>
                  </a:cubicBezTo>
                  <a:cubicBezTo>
                    <a:pt x="3927" y="135"/>
                    <a:pt x="3938" y="99"/>
                    <a:pt x="3927" y="64"/>
                  </a:cubicBezTo>
                  <a:cubicBezTo>
                    <a:pt x="3917" y="18"/>
                    <a:pt x="3887" y="0"/>
                    <a:pt x="3846" y="0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70"/>
            <p:cNvSpPr/>
            <p:nvPr/>
          </p:nvSpPr>
          <p:spPr>
            <a:xfrm>
              <a:off x="-3097805" y="1601725"/>
              <a:ext cx="239188" cy="407814"/>
            </a:xfrm>
            <a:custGeom>
              <a:rect b="b" l="l" r="r" t="t"/>
              <a:pathLst>
                <a:path extrusionOk="0" h="4489" w="2633">
                  <a:moveTo>
                    <a:pt x="2503" y="0"/>
                  </a:moveTo>
                  <a:cubicBezTo>
                    <a:pt x="1836" y="0"/>
                    <a:pt x="1001" y="2881"/>
                    <a:pt x="0" y="4072"/>
                  </a:cubicBezTo>
                  <a:cubicBezTo>
                    <a:pt x="202" y="4190"/>
                    <a:pt x="415" y="4309"/>
                    <a:pt x="629" y="4427"/>
                  </a:cubicBezTo>
                  <a:cubicBezTo>
                    <a:pt x="690" y="4458"/>
                    <a:pt x="752" y="4489"/>
                    <a:pt x="821" y="4489"/>
                  </a:cubicBezTo>
                  <a:cubicBezTo>
                    <a:pt x="832" y="4489"/>
                    <a:pt x="843" y="4488"/>
                    <a:pt x="854" y="4487"/>
                  </a:cubicBezTo>
                  <a:cubicBezTo>
                    <a:pt x="925" y="4463"/>
                    <a:pt x="973" y="4404"/>
                    <a:pt x="1020" y="4344"/>
                  </a:cubicBezTo>
                  <a:cubicBezTo>
                    <a:pt x="1826" y="3230"/>
                    <a:pt x="2052" y="2020"/>
                    <a:pt x="2396" y="692"/>
                  </a:cubicBezTo>
                  <a:cubicBezTo>
                    <a:pt x="2419" y="561"/>
                    <a:pt x="2550" y="276"/>
                    <a:pt x="2633" y="39"/>
                  </a:cubicBezTo>
                  <a:cubicBezTo>
                    <a:pt x="2590" y="13"/>
                    <a:pt x="2547" y="0"/>
                    <a:pt x="2503" y="0"/>
                  </a:cubicBezTo>
                  <a:close/>
                </a:path>
              </a:pathLst>
            </a:custGeom>
            <a:solidFill>
              <a:srgbClr val="885D39">
                <a:alpha val="42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70"/>
            <p:cNvSpPr/>
            <p:nvPr/>
          </p:nvSpPr>
          <p:spPr>
            <a:xfrm>
              <a:off x="-2942736" y="1617351"/>
              <a:ext cx="58321" cy="60141"/>
            </a:xfrm>
            <a:custGeom>
              <a:rect b="b" l="l" r="r" t="t"/>
              <a:pathLst>
                <a:path extrusionOk="0" h="662" w="642">
                  <a:moveTo>
                    <a:pt x="297" y="93"/>
                  </a:moveTo>
                  <a:cubicBezTo>
                    <a:pt x="369" y="116"/>
                    <a:pt x="440" y="164"/>
                    <a:pt x="511" y="199"/>
                  </a:cubicBezTo>
                  <a:cubicBezTo>
                    <a:pt x="523" y="211"/>
                    <a:pt x="535" y="223"/>
                    <a:pt x="546" y="235"/>
                  </a:cubicBezTo>
                  <a:cubicBezTo>
                    <a:pt x="546" y="247"/>
                    <a:pt x="535" y="270"/>
                    <a:pt x="535" y="282"/>
                  </a:cubicBezTo>
                  <a:lnTo>
                    <a:pt x="428" y="543"/>
                  </a:lnTo>
                  <a:cubicBezTo>
                    <a:pt x="416" y="567"/>
                    <a:pt x="416" y="567"/>
                    <a:pt x="416" y="567"/>
                  </a:cubicBezTo>
                  <a:cubicBezTo>
                    <a:pt x="404" y="567"/>
                    <a:pt x="392" y="567"/>
                    <a:pt x="392" y="555"/>
                  </a:cubicBezTo>
                  <a:lnTo>
                    <a:pt x="119" y="448"/>
                  </a:lnTo>
                  <a:cubicBezTo>
                    <a:pt x="108" y="437"/>
                    <a:pt x="96" y="437"/>
                    <a:pt x="96" y="425"/>
                  </a:cubicBezTo>
                  <a:cubicBezTo>
                    <a:pt x="96" y="425"/>
                    <a:pt x="108" y="413"/>
                    <a:pt x="108" y="401"/>
                  </a:cubicBezTo>
                  <a:lnTo>
                    <a:pt x="274" y="104"/>
                  </a:lnTo>
                  <a:cubicBezTo>
                    <a:pt x="274" y="93"/>
                    <a:pt x="286" y="93"/>
                    <a:pt x="286" y="93"/>
                  </a:cubicBezTo>
                  <a:close/>
                  <a:moveTo>
                    <a:pt x="286" y="0"/>
                  </a:moveTo>
                  <a:cubicBezTo>
                    <a:pt x="244" y="0"/>
                    <a:pt x="208" y="22"/>
                    <a:pt x="191" y="57"/>
                  </a:cubicBezTo>
                  <a:lnTo>
                    <a:pt x="25" y="365"/>
                  </a:lnTo>
                  <a:cubicBezTo>
                    <a:pt x="13" y="377"/>
                    <a:pt x="1" y="413"/>
                    <a:pt x="13" y="448"/>
                  </a:cubicBezTo>
                  <a:cubicBezTo>
                    <a:pt x="25" y="496"/>
                    <a:pt x="72" y="520"/>
                    <a:pt x="84" y="531"/>
                  </a:cubicBezTo>
                  <a:lnTo>
                    <a:pt x="357" y="638"/>
                  </a:lnTo>
                  <a:cubicBezTo>
                    <a:pt x="369" y="650"/>
                    <a:pt x="392" y="662"/>
                    <a:pt x="416" y="662"/>
                  </a:cubicBezTo>
                  <a:cubicBezTo>
                    <a:pt x="428" y="662"/>
                    <a:pt x="440" y="650"/>
                    <a:pt x="452" y="650"/>
                  </a:cubicBezTo>
                  <a:cubicBezTo>
                    <a:pt x="487" y="638"/>
                    <a:pt x="499" y="591"/>
                    <a:pt x="511" y="579"/>
                  </a:cubicBezTo>
                  <a:lnTo>
                    <a:pt x="618" y="318"/>
                  </a:lnTo>
                  <a:cubicBezTo>
                    <a:pt x="629" y="294"/>
                    <a:pt x="641" y="259"/>
                    <a:pt x="629" y="211"/>
                  </a:cubicBezTo>
                  <a:cubicBezTo>
                    <a:pt x="618" y="176"/>
                    <a:pt x="582" y="140"/>
                    <a:pt x="558" y="128"/>
                  </a:cubicBezTo>
                  <a:cubicBezTo>
                    <a:pt x="487" y="81"/>
                    <a:pt x="404" y="33"/>
                    <a:pt x="333" y="10"/>
                  </a:cubicBezTo>
                  <a:cubicBezTo>
                    <a:pt x="317" y="3"/>
                    <a:pt x="301" y="0"/>
                    <a:pt x="2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70"/>
            <p:cNvSpPr/>
            <p:nvPr/>
          </p:nvSpPr>
          <p:spPr>
            <a:xfrm>
              <a:off x="-2981526" y="1605540"/>
              <a:ext cx="68041" cy="52601"/>
            </a:xfrm>
            <a:custGeom>
              <a:rect b="b" l="l" r="r" t="t"/>
              <a:pathLst>
                <a:path extrusionOk="0" h="579" w="749">
                  <a:moveTo>
                    <a:pt x="278" y="0"/>
                  </a:moveTo>
                  <a:cubicBezTo>
                    <a:pt x="262" y="0"/>
                    <a:pt x="244" y="3"/>
                    <a:pt x="226" y="9"/>
                  </a:cubicBezTo>
                  <a:cubicBezTo>
                    <a:pt x="214" y="21"/>
                    <a:pt x="203" y="45"/>
                    <a:pt x="191" y="68"/>
                  </a:cubicBezTo>
                  <a:cubicBezTo>
                    <a:pt x="143" y="151"/>
                    <a:pt x="72" y="234"/>
                    <a:pt x="13" y="317"/>
                  </a:cubicBezTo>
                  <a:cubicBezTo>
                    <a:pt x="1" y="329"/>
                    <a:pt x="13" y="365"/>
                    <a:pt x="36" y="377"/>
                  </a:cubicBezTo>
                  <a:cubicBezTo>
                    <a:pt x="179" y="412"/>
                    <a:pt x="440" y="507"/>
                    <a:pt x="594" y="578"/>
                  </a:cubicBezTo>
                  <a:cubicBezTo>
                    <a:pt x="653" y="448"/>
                    <a:pt x="677" y="365"/>
                    <a:pt x="748" y="246"/>
                  </a:cubicBezTo>
                  <a:cubicBezTo>
                    <a:pt x="629" y="175"/>
                    <a:pt x="452" y="57"/>
                    <a:pt x="321" y="9"/>
                  </a:cubicBezTo>
                  <a:cubicBezTo>
                    <a:pt x="309" y="3"/>
                    <a:pt x="294" y="0"/>
                    <a:pt x="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70"/>
            <p:cNvSpPr/>
            <p:nvPr/>
          </p:nvSpPr>
          <p:spPr>
            <a:xfrm>
              <a:off x="-2938375" y="1630070"/>
              <a:ext cx="44240" cy="23711"/>
            </a:xfrm>
            <a:custGeom>
              <a:rect b="b" l="l" r="r" t="t"/>
              <a:pathLst>
                <a:path extrusionOk="0" h="261" w="487">
                  <a:moveTo>
                    <a:pt x="36" y="0"/>
                  </a:moveTo>
                  <a:cubicBezTo>
                    <a:pt x="24" y="36"/>
                    <a:pt x="12" y="59"/>
                    <a:pt x="0" y="83"/>
                  </a:cubicBezTo>
                  <a:cubicBezTo>
                    <a:pt x="154" y="130"/>
                    <a:pt x="297" y="190"/>
                    <a:pt x="439" y="261"/>
                  </a:cubicBezTo>
                  <a:cubicBezTo>
                    <a:pt x="451" y="237"/>
                    <a:pt x="463" y="225"/>
                    <a:pt x="487" y="202"/>
                  </a:cubicBezTo>
                  <a:cubicBezTo>
                    <a:pt x="332" y="130"/>
                    <a:pt x="190" y="71"/>
                    <a:pt x="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70"/>
            <p:cNvSpPr/>
            <p:nvPr/>
          </p:nvSpPr>
          <p:spPr>
            <a:xfrm>
              <a:off x="-2909306" y="1637792"/>
              <a:ext cx="38881" cy="49239"/>
            </a:xfrm>
            <a:custGeom>
              <a:rect b="b" l="l" r="r" t="t"/>
              <a:pathLst>
                <a:path extrusionOk="0" h="542" w="428">
                  <a:moveTo>
                    <a:pt x="148" y="0"/>
                  </a:moveTo>
                  <a:cubicBezTo>
                    <a:pt x="124" y="0"/>
                    <a:pt x="104" y="17"/>
                    <a:pt x="95" y="34"/>
                  </a:cubicBezTo>
                  <a:cubicBezTo>
                    <a:pt x="60" y="105"/>
                    <a:pt x="36" y="152"/>
                    <a:pt x="12" y="235"/>
                  </a:cubicBezTo>
                  <a:cubicBezTo>
                    <a:pt x="1" y="271"/>
                    <a:pt x="12" y="295"/>
                    <a:pt x="36" y="306"/>
                  </a:cubicBezTo>
                  <a:cubicBezTo>
                    <a:pt x="155" y="389"/>
                    <a:pt x="214" y="484"/>
                    <a:pt x="273" y="532"/>
                  </a:cubicBezTo>
                  <a:cubicBezTo>
                    <a:pt x="283" y="538"/>
                    <a:pt x="293" y="541"/>
                    <a:pt x="303" y="541"/>
                  </a:cubicBezTo>
                  <a:cubicBezTo>
                    <a:pt x="327" y="541"/>
                    <a:pt x="348" y="522"/>
                    <a:pt x="356" y="496"/>
                  </a:cubicBezTo>
                  <a:cubicBezTo>
                    <a:pt x="380" y="401"/>
                    <a:pt x="404" y="306"/>
                    <a:pt x="427" y="212"/>
                  </a:cubicBezTo>
                  <a:cubicBezTo>
                    <a:pt x="427" y="176"/>
                    <a:pt x="416" y="140"/>
                    <a:pt x="392" y="117"/>
                  </a:cubicBezTo>
                  <a:cubicBezTo>
                    <a:pt x="344" y="81"/>
                    <a:pt x="238" y="45"/>
                    <a:pt x="178" y="10"/>
                  </a:cubicBezTo>
                  <a:cubicBezTo>
                    <a:pt x="168" y="3"/>
                    <a:pt x="158" y="0"/>
                    <a:pt x="1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70"/>
            <p:cNvSpPr/>
            <p:nvPr/>
          </p:nvSpPr>
          <p:spPr>
            <a:xfrm>
              <a:off x="-2601166" y="3296878"/>
              <a:ext cx="168149" cy="158892"/>
            </a:xfrm>
            <a:custGeom>
              <a:rect b="b" l="l" r="r" t="t"/>
              <a:pathLst>
                <a:path extrusionOk="0" h="1749" w="1851">
                  <a:moveTo>
                    <a:pt x="1542" y="0"/>
                  </a:moveTo>
                  <a:cubicBezTo>
                    <a:pt x="1061" y="179"/>
                    <a:pt x="569" y="274"/>
                    <a:pt x="86" y="274"/>
                  </a:cubicBezTo>
                  <a:cubicBezTo>
                    <a:pt x="57" y="274"/>
                    <a:pt x="29" y="273"/>
                    <a:pt x="0" y="273"/>
                  </a:cubicBezTo>
                  <a:lnTo>
                    <a:pt x="0" y="273"/>
                  </a:lnTo>
                  <a:cubicBezTo>
                    <a:pt x="214" y="676"/>
                    <a:pt x="309" y="1186"/>
                    <a:pt x="249" y="1696"/>
                  </a:cubicBezTo>
                  <a:cubicBezTo>
                    <a:pt x="402" y="1732"/>
                    <a:pt x="560" y="1749"/>
                    <a:pt x="721" y="1749"/>
                  </a:cubicBezTo>
                  <a:cubicBezTo>
                    <a:pt x="1096" y="1749"/>
                    <a:pt x="1485" y="1653"/>
                    <a:pt x="1851" y="1471"/>
                  </a:cubicBezTo>
                  <a:cubicBezTo>
                    <a:pt x="1732" y="1008"/>
                    <a:pt x="1613" y="510"/>
                    <a:pt x="15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70"/>
            <p:cNvSpPr/>
            <p:nvPr/>
          </p:nvSpPr>
          <p:spPr>
            <a:xfrm>
              <a:off x="-2607615" y="3395086"/>
              <a:ext cx="341568" cy="137816"/>
            </a:xfrm>
            <a:custGeom>
              <a:rect b="b" l="l" r="r" t="t"/>
              <a:pathLst>
                <a:path extrusionOk="0" h="1517" w="3760">
                  <a:moveTo>
                    <a:pt x="2192" y="1"/>
                  </a:moveTo>
                  <a:cubicBezTo>
                    <a:pt x="2169" y="1"/>
                    <a:pt x="2145" y="4"/>
                    <a:pt x="2123" y="10"/>
                  </a:cubicBezTo>
                  <a:cubicBezTo>
                    <a:pt x="2040" y="46"/>
                    <a:pt x="1969" y="152"/>
                    <a:pt x="1898" y="224"/>
                  </a:cubicBezTo>
                  <a:cubicBezTo>
                    <a:pt x="1754" y="390"/>
                    <a:pt x="1548" y="479"/>
                    <a:pt x="1353" y="479"/>
                  </a:cubicBezTo>
                  <a:cubicBezTo>
                    <a:pt x="1242" y="479"/>
                    <a:pt x="1134" y="450"/>
                    <a:pt x="1044" y="390"/>
                  </a:cubicBezTo>
                  <a:cubicBezTo>
                    <a:pt x="925" y="319"/>
                    <a:pt x="842" y="176"/>
                    <a:pt x="712" y="105"/>
                  </a:cubicBezTo>
                  <a:cubicBezTo>
                    <a:pt x="663" y="78"/>
                    <a:pt x="601" y="63"/>
                    <a:pt x="540" y="63"/>
                  </a:cubicBezTo>
                  <a:cubicBezTo>
                    <a:pt x="439" y="63"/>
                    <a:pt x="337" y="104"/>
                    <a:pt x="285" y="200"/>
                  </a:cubicBezTo>
                  <a:cubicBezTo>
                    <a:pt x="214" y="259"/>
                    <a:pt x="178" y="449"/>
                    <a:pt x="143" y="532"/>
                  </a:cubicBezTo>
                  <a:cubicBezTo>
                    <a:pt x="36" y="864"/>
                    <a:pt x="0" y="1196"/>
                    <a:pt x="60" y="1504"/>
                  </a:cubicBezTo>
                  <a:lnTo>
                    <a:pt x="3380" y="1516"/>
                  </a:lnTo>
                  <a:lnTo>
                    <a:pt x="3701" y="1493"/>
                  </a:lnTo>
                  <a:cubicBezTo>
                    <a:pt x="3760" y="1267"/>
                    <a:pt x="3760" y="1006"/>
                    <a:pt x="3606" y="852"/>
                  </a:cubicBezTo>
                  <a:cubicBezTo>
                    <a:pt x="3487" y="734"/>
                    <a:pt x="3309" y="710"/>
                    <a:pt x="3143" y="662"/>
                  </a:cubicBezTo>
                  <a:cubicBezTo>
                    <a:pt x="2894" y="591"/>
                    <a:pt x="2669" y="449"/>
                    <a:pt x="2515" y="247"/>
                  </a:cubicBezTo>
                  <a:cubicBezTo>
                    <a:pt x="2467" y="176"/>
                    <a:pt x="2420" y="105"/>
                    <a:pt x="2360" y="58"/>
                  </a:cubicBezTo>
                  <a:cubicBezTo>
                    <a:pt x="2317" y="23"/>
                    <a:pt x="2254" y="1"/>
                    <a:pt x="21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70"/>
            <p:cNvSpPr/>
            <p:nvPr/>
          </p:nvSpPr>
          <p:spPr>
            <a:xfrm>
              <a:off x="-2604436" y="3506921"/>
              <a:ext cx="336299" cy="25982"/>
            </a:xfrm>
            <a:custGeom>
              <a:rect b="b" l="l" r="r" t="t"/>
              <a:pathLst>
                <a:path extrusionOk="0" h="286" w="3702">
                  <a:moveTo>
                    <a:pt x="1" y="1"/>
                  </a:moveTo>
                  <a:cubicBezTo>
                    <a:pt x="1" y="96"/>
                    <a:pt x="13" y="190"/>
                    <a:pt x="25" y="273"/>
                  </a:cubicBezTo>
                  <a:lnTo>
                    <a:pt x="3345" y="285"/>
                  </a:lnTo>
                  <a:lnTo>
                    <a:pt x="3677" y="262"/>
                  </a:lnTo>
                  <a:cubicBezTo>
                    <a:pt x="3689" y="179"/>
                    <a:pt x="3701" y="84"/>
                    <a:pt x="37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70"/>
            <p:cNvSpPr/>
            <p:nvPr/>
          </p:nvSpPr>
          <p:spPr>
            <a:xfrm>
              <a:off x="-3290665" y="2369127"/>
              <a:ext cx="861914" cy="1018400"/>
            </a:xfrm>
            <a:custGeom>
              <a:rect b="b" l="l" r="r" t="t"/>
              <a:pathLst>
                <a:path extrusionOk="0" h="11210" w="9488">
                  <a:moveTo>
                    <a:pt x="3546" y="1"/>
                  </a:moveTo>
                  <a:cubicBezTo>
                    <a:pt x="2360" y="285"/>
                    <a:pt x="1186" y="570"/>
                    <a:pt x="0" y="855"/>
                  </a:cubicBezTo>
                  <a:cubicBezTo>
                    <a:pt x="0" y="1744"/>
                    <a:pt x="0" y="2681"/>
                    <a:pt x="439" y="3333"/>
                  </a:cubicBezTo>
                  <a:cubicBezTo>
                    <a:pt x="983" y="4143"/>
                    <a:pt x="2014" y="4320"/>
                    <a:pt x="3019" y="4320"/>
                  </a:cubicBezTo>
                  <a:cubicBezTo>
                    <a:pt x="3088" y="4320"/>
                    <a:pt x="3157" y="4319"/>
                    <a:pt x="3226" y="4318"/>
                  </a:cubicBezTo>
                  <a:cubicBezTo>
                    <a:pt x="3796" y="4299"/>
                    <a:pt x="4463" y="4219"/>
                    <a:pt x="5099" y="4219"/>
                  </a:cubicBezTo>
                  <a:cubicBezTo>
                    <a:pt x="5654" y="4219"/>
                    <a:pt x="6186" y="4280"/>
                    <a:pt x="6606" y="4496"/>
                  </a:cubicBezTo>
                  <a:cubicBezTo>
                    <a:pt x="6416" y="5456"/>
                    <a:pt x="6381" y="6085"/>
                    <a:pt x="6464" y="6642"/>
                  </a:cubicBezTo>
                  <a:cubicBezTo>
                    <a:pt x="6547" y="7200"/>
                    <a:pt x="6689" y="7650"/>
                    <a:pt x="6820" y="8184"/>
                  </a:cubicBezTo>
                  <a:cubicBezTo>
                    <a:pt x="7009" y="8955"/>
                    <a:pt x="7163" y="9536"/>
                    <a:pt x="7163" y="10378"/>
                  </a:cubicBezTo>
                  <a:cubicBezTo>
                    <a:pt x="7175" y="10615"/>
                    <a:pt x="7152" y="10924"/>
                    <a:pt x="7306" y="11066"/>
                  </a:cubicBezTo>
                  <a:cubicBezTo>
                    <a:pt x="7424" y="11185"/>
                    <a:pt x="7899" y="11208"/>
                    <a:pt x="8077" y="11208"/>
                  </a:cubicBezTo>
                  <a:cubicBezTo>
                    <a:pt x="8106" y="11209"/>
                    <a:pt x="8133" y="11209"/>
                    <a:pt x="8160" y="11209"/>
                  </a:cubicBezTo>
                  <a:cubicBezTo>
                    <a:pt x="8759" y="11209"/>
                    <a:pt x="8841" y="11085"/>
                    <a:pt x="9488" y="10971"/>
                  </a:cubicBezTo>
                  <a:cubicBezTo>
                    <a:pt x="9322" y="8552"/>
                    <a:pt x="9144" y="6120"/>
                    <a:pt x="8966" y="3689"/>
                  </a:cubicBezTo>
                  <a:cubicBezTo>
                    <a:pt x="8954" y="3393"/>
                    <a:pt x="8931" y="3096"/>
                    <a:pt x="8800" y="2847"/>
                  </a:cubicBezTo>
                  <a:cubicBezTo>
                    <a:pt x="8646" y="2515"/>
                    <a:pt x="8338" y="2325"/>
                    <a:pt x="8041" y="2159"/>
                  </a:cubicBezTo>
                  <a:cubicBezTo>
                    <a:pt x="6487" y="1317"/>
                    <a:pt x="4744" y="795"/>
                    <a:pt x="2930" y="629"/>
                  </a:cubicBezTo>
                  <a:lnTo>
                    <a:pt x="3617" y="558"/>
                  </a:lnTo>
                  <a:cubicBezTo>
                    <a:pt x="3594" y="368"/>
                    <a:pt x="3570" y="191"/>
                    <a:pt x="35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70"/>
            <p:cNvSpPr/>
            <p:nvPr/>
          </p:nvSpPr>
          <p:spPr>
            <a:xfrm>
              <a:off x="-3290665" y="2369127"/>
              <a:ext cx="823215" cy="1016129"/>
            </a:xfrm>
            <a:custGeom>
              <a:rect b="b" l="l" r="r" t="t"/>
              <a:pathLst>
                <a:path extrusionOk="0" h="11185" w="9062">
                  <a:moveTo>
                    <a:pt x="3546" y="1"/>
                  </a:moveTo>
                  <a:cubicBezTo>
                    <a:pt x="2372" y="285"/>
                    <a:pt x="1186" y="570"/>
                    <a:pt x="12" y="855"/>
                  </a:cubicBezTo>
                  <a:cubicBezTo>
                    <a:pt x="0" y="1744"/>
                    <a:pt x="12" y="2681"/>
                    <a:pt x="451" y="3333"/>
                  </a:cubicBezTo>
                  <a:cubicBezTo>
                    <a:pt x="983" y="4143"/>
                    <a:pt x="2025" y="4320"/>
                    <a:pt x="3031" y="4320"/>
                  </a:cubicBezTo>
                  <a:cubicBezTo>
                    <a:pt x="3100" y="4320"/>
                    <a:pt x="3169" y="4319"/>
                    <a:pt x="3238" y="4318"/>
                  </a:cubicBezTo>
                  <a:cubicBezTo>
                    <a:pt x="3812" y="4298"/>
                    <a:pt x="4495" y="4212"/>
                    <a:pt x="5142" y="4212"/>
                  </a:cubicBezTo>
                  <a:cubicBezTo>
                    <a:pt x="5684" y="4212"/>
                    <a:pt x="6200" y="4273"/>
                    <a:pt x="6606" y="4484"/>
                  </a:cubicBezTo>
                  <a:cubicBezTo>
                    <a:pt x="6416" y="5456"/>
                    <a:pt x="6393" y="6085"/>
                    <a:pt x="6464" y="6642"/>
                  </a:cubicBezTo>
                  <a:cubicBezTo>
                    <a:pt x="6547" y="7200"/>
                    <a:pt x="6689" y="7650"/>
                    <a:pt x="6831" y="8184"/>
                  </a:cubicBezTo>
                  <a:cubicBezTo>
                    <a:pt x="7021" y="8955"/>
                    <a:pt x="7163" y="9536"/>
                    <a:pt x="7175" y="10378"/>
                  </a:cubicBezTo>
                  <a:cubicBezTo>
                    <a:pt x="7175" y="10615"/>
                    <a:pt x="7163" y="10924"/>
                    <a:pt x="7318" y="11066"/>
                  </a:cubicBezTo>
                  <a:cubicBezTo>
                    <a:pt x="7377" y="11125"/>
                    <a:pt x="7519" y="11161"/>
                    <a:pt x="7673" y="11185"/>
                  </a:cubicBezTo>
                  <a:cubicBezTo>
                    <a:pt x="7235" y="8433"/>
                    <a:pt x="6144" y="5338"/>
                    <a:pt x="9061" y="4934"/>
                  </a:cubicBezTo>
                  <a:cubicBezTo>
                    <a:pt x="9037" y="4519"/>
                    <a:pt x="9002" y="4104"/>
                    <a:pt x="8978" y="3689"/>
                  </a:cubicBezTo>
                  <a:cubicBezTo>
                    <a:pt x="8954" y="3393"/>
                    <a:pt x="8931" y="3084"/>
                    <a:pt x="8812" y="2847"/>
                  </a:cubicBezTo>
                  <a:cubicBezTo>
                    <a:pt x="8646" y="2515"/>
                    <a:pt x="8338" y="2325"/>
                    <a:pt x="8041" y="2159"/>
                  </a:cubicBezTo>
                  <a:cubicBezTo>
                    <a:pt x="6487" y="1317"/>
                    <a:pt x="4756" y="795"/>
                    <a:pt x="2930" y="629"/>
                  </a:cubicBezTo>
                  <a:lnTo>
                    <a:pt x="3629" y="558"/>
                  </a:lnTo>
                  <a:cubicBezTo>
                    <a:pt x="3594" y="368"/>
                    <a:pt x="3570" y="191"/>
                    <a:pt x="3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70"/>
            <p:cNvSpPr/>
            <p:nvPr/>
          </p:nvSpPr>
          <p:spPr>
            <a:xfrm>
              <a:off x="-2220896" y="3311959"/>
              <a:ext cx="185410" cy="158620"/>
            </a:xfrm>
            <a:custGeom>
              <a:rect b="b" l="l" r="r" t="t"/>
              <a:pathLst>
                <a:path extrusionOk="0" h="1746" w="2041">
                  <a:moveTo>
                    <a:pt x="1507" y="0"/>
                  </a:moveTo>
                  <a:cubicBezTo>
                    <a:pt x="1048" y="179"/>
                    <a:pt x="568" y="274"/>
                    <a:pt x="86" y="274"/>
                  </a:cubicBezTo>
                  <a:cubicBezTo>
                    <a:pt x="58" y="274"/>
                    <a:pt x="29" y="274"/>
                    <a:pt x="1" y="273"/>
                  </a:cubicBezTo>
                  <a:lnTo>
                    <a:pt x="1" y="273"/>
                  </a:lnTo>
                  <a:cubicBezTo>
                    <a:pt x="286" y="676"/>
                    <a:pt x="452" y="1174"/>
                    <a:pt x="475" y="1684"/>
                  </a:cubicBezTo>
                  <a:cubicBezTo>
                    <a:pt x="639" y="1725"/>
                    <a:pt x="806" y="1745"/>
                    <a:pt x="974" y="1745"/>
                  </a:cubicBezTo>
                  <a:cubicBezTo>
                    <a:pt x="1340" y="1745"/>
                    <a:pt x="1707" y="1650"/>
                    <a:pt x="2041" y="1471"/>
                  </a:cubicBezTo>
                  <a:cubicBezTo>
                    <a:pt x="1804" y="984"/>
                    <a:pt x="1626" y="486"/>
                    <a:pt x="1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70"/>
            <p:cNvSpPr/>
            <p:nvPr/>
          </p:nvSpPr>
          <p:spPr>
            <a:xfrm>
              <a:off x="-2217626" y="3409713"/>
              <a:ext cx="362098" cy="138270"/>
            </a:xfrm>
            <a:custGeom>
              <a:rect b="b" l="l" r="r" t="t"/>
              <a:pathLst>
                <a:path extrusionOk="0" h="1522" w="3986">
                  <a:moveTo>
                    <a:pt x="2149" y="1"/>
                  </a:moveTo>
                  <a:cubicBezTo>
                    <a:pt x="2124" y="1"/>
                    <a:pt x="2100" y="5"/>
                    <a:pt x="2076" y="15"/>
                  </a:cubicBezTo>
                  <a:cubicBezTo>
                    <a:pt x="1981" y="51"/>
                    <a:pt x="1934" y="146"/>
                    <a:pt x="1863" y="229"/>
                  </a:cubicBezTo>
                  <a:cubicBezTo>
                    <a:pt x="1740" y="390"/>
                    <a:pt x="1528" y="481"/>
                    <a:pt x="1320" y="481"/>
                  </a:cubicBezTo>
                  <a:cubicBezTo>
                    <a:pt x="1206" y="481"/>
                    <a:pt x="1093" y="454"/>
                    <a:pt x="997" y="395"/>
                  </a:cubicBezTo>
                  <a:cubicBezTo>
                    <a:pt x="854" y="312"/>
                    <a:pt x="748" y="181"/>
                    <a:pt x="594" y="110"/>
                  </a:cubicBezTo>
                  <a:cubicBezTo>
                    <a:pt x="540" y="83"/>
                    <a:pt x="474" y="68"/>
                    <a:pt x="410" y="68"/>
                  </a:cubicBezTo>
                  <a:cubicBezTo>
                    <a:pt x="305" y="68"/>
                    <a:pt x="203" y="109"/>
                    <a:pt x="167" y="205"/>
                  </a:cubicBezTo>
                  <a:cubicBezTo>
                    <a:pt x="95" y="252"/>
                    <a:pt x="84" y="454"/>
                    <a:pt x="60" y="537"/>
                  </a:cubicBezTo>
                  <a:cubicBezTo>
                    <a:pt x="1" y="857"/>
                    <a:pt x="24" y="1201"/>
                    <a:pt x="131" y="1510"/>
                  </a:cubicBezTo>
                  <a:lnTo>
                    <a:pt x="3618" y="1521"/>
                  </a:lnTo>
                  <a:cubicBezTo>
                    <a:pt x="3736" y="1510"/>
                    <a:pt x="3843" y="1510"/>
                    <a:pt x="3962" y="1498"/>
                  </a:cubicBezTo>
                  <a:cubicBezTo>
                    <a:pt x="3985" y="1260"/>
                    <a:pt x="3938" y="1000"/>
                    <a:pt x="3760" y="857"/>
                  </a:cubicBezTo>
                  <a:cubicBezTo>
                    <a:pt x="3618" y="739"/>
                    <a:pt x="3416" y="715"/>
                    <a:pt x="3238" y="667"/>
                  </a:cubicBezTo>
                  <a:cubicBezTo>
                    <a:pt x="2965" y="596"/>
                    <a:pt x="2716" y="454"/>
                    <a:pt x="2515" y="241"/>
                  </a:cubicBezTo>
                  <a:cubicBezTo>
                    <a:pt x="2455" y="181"/>
                    <a:pt x="2396" y="110"/>
                    <a:pt x="2325" y="63"/>
                  </a:cubicBezTo>
                  <a:cubicBezTo>
                    <a:pt x="2274" y="29"/>
                    <a:pt x="2211" y="1"/>
                    <a:pt x="21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70"/>
            <p:cNvSpPr/>
            <p:nvPr/>
          </p:nvSpPr>
          <p:spPr>
            <a:xfrm>
              <a:off x="-2212266" y="3520912"/>
              <a:ext cx="354558" cy="27073"/>
            </a:xfrm>
            <a:custGeom>
              <a:rect b="b" l="l" r="r" t="t"/>
              <a:pathLst>
                <a:path extrusionOk="0" h="298" w="3903">
                  <a:moveTo>
                    <a:pt x="1" y="1"/>
                  </a:moveTo>
                  <a:cubicBezTo>
                    <a:pt x="13" y="96"/>
                    <a:pt x="36" y="191"/>
                    <a:pt x="72" y="286"/>
                  </a:cubicBezTo>
                  <a:lnTo>
                    <a:pt x="3559" y="297"/>
                  </a:lnTo>
                  <a:cubicBezTo>
                    <a:pt x="3677" y="286"/>
                    <a:pt x="3784" y="286"/>
                    <a:pt x="3903" y="274"/>
                  </a:cubicBezTo>
                  <a:cubicBezTo>
                    <a:pt x="3903" y="191"/>
                    <a:pt x="3903" y="96"/>
                    <a:pt x="38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70"/>
            <p:cNvSpPr/>
            <p:nvPr/>
          </p:nvSpPr>
          <p:spPr>
            <a:xfrm>
              <a:off x="-3133416" y="2373488"/>
              <a:ext cx="1105462" cy="1009679"/>
            </a:xfrm>
            <a:custGeom>
              <a:rect b="b" l="l" r="r" t="t"/>
              <a:pathLst>
                <a:path extrusionOk="0" h="11114" w="12169">
                  <a:moveTo>
                    <a:pt x="3713" y="0"/>
                  </a:moveTo>
                  <a:cubicBezTo>
                    <a:pt x="2479" y="285"/>
                    <a:pt x="1234" y="570"/>
                    <a:pt x="1" y="842"/>
                  </a:cubicBezTo>
                  <a:cubicBezTo>
                    <a:pt x="143" y="1720"/>
                    <a:pt x="321" y="2657"/>
                    <a:pt x="914" y="3309"/>
                  </a:cubicBezTo>
                  <a:cubicBezTo>
                    <a:pt x="1646" y="4108"/>
                    <a:pt x="2814" y="4284"/>
                    <a:pt x="3913" y="4284"/>
                  </a:cubicBezTo>
                  <a:cubicBezTo>
                    <a:pt x="3989" y="4284"/>
                    <a:pt x="4065" y="4283"/>
                    <a:pt x="4140" y="4282"/>
                  </a:cubicBezTo>
                  <a:cubicBezTo>
                    <a:pt x="4761" y="4262"/>
                    <a:pt x="5485" y="4181"/>
                    <a:pt x="6188" y="4181"/>
                  </a:cubicBezTo>
                  <a:cubicBezTo>
                    <a:pt x="6788" y="4181"/>
                    <a:pt x="7372" y="4240"/>
                    <a:pt x="7864" y="4448"/>
                  </a:cubicBezTo>
                  <a:cubicBezTo>
                    <a:pt x="7828" y="5408"/>
                    <a:pt x="7899" y="6037"/>
                    <a:pt x="8089" y="6582"/>
                  </a:cubicBezTo>
                  <a:cubicBezTo>
                    <a:pt x="8279" y="7140"/>
                    <a:pt x="8516" y="7591"/>
                    <a:pt x="8753" y="8112"/>
                  </a:cubicBezTo>
                  <a:cubicBezTo>
                    <a:pt x="9109" y="8883"/>
                    <a:pt x="9370" y="9464"/>
                    <a:pt x="9524" y="10283"/>
                  </a:cubicBezTo>
                  <a:cubicBezTo>
                    <a:pt x="9572" y="10520"/>
                    <a:pt x="9607" y="10828"/>
                    <a:pt x="9797" y="10971"/>
                  </a:cubicBezTo>
                  <a:cubicBezTo>
                    <a:pt x="9951" y="11089"/>
                    <a:pt x="10473" y="11113"/>
                    <a:pt x="10663" y="11113"/>
                  </a:cubicBezTo>
                  <a:cubicBezTo>
                    <a:pt x="10694" y="11113"/>
                    <a:pt x="10724" y="11114"/>
                    <a:pt x="10753" y="11114"/>
                  </a:cubicBezTo>
                  <a:cubicBezTo>
                    <a:pt x="11403" y="11114"/>
                    <a:pt x="11476" y="10990"/>
                    <a:pt x="12169" y="10888"/>
                  </a:cubicBezTo>
                  <a:cubicBezTo>
                    <a:pt x="11552" y="8468"/>
                    <a:pt x="10924" y="6061"/>
                    <a:pt x="10307" y="3653"/>
                  </a:cubicBezTo>
                  <a:cubicBezTo>
                    <a:pt x="10224" y="3357"/>
                    <a:pt x="10153" y="3060"/>
                    <a:pt x="9975" y="2811"/>
                  </a:cubicBezTo>
                  <a:cubicBezTo>
                    <a:pt x="9738" y="2491"/>
                    <a:pt x="9370" y="2301"/>
                    <a:pt x="9014" y="2135"/>
                  </a:cubicBezTo>
                  <a:cubicBezTo>
                    <a:pt x="7164" y="1305"/>
                    <a:pt x="5172" y="783"/>
                    <a:pt x="3144" y="617"/>
                  </a:cubicBezTo>
                  <a:lnTo>
                    <a:pt x="3891" y="546"/>
                  </a:lnTo>
                  <a:cubicBezTo>
                    <a:pt x="3831" y="368"/>
                    <a:pt x="3772" y="190"/>
                    <a:pt x="37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70"/>
            <p:cNvSpPr/>
            <p:nvPr/>
          </p:nvSpPr>
          <p:spPr>
            <a:xfrm>
              <a:off x="-3496516" y="1694300"/>
              <a:ext cx="306139" cy="56507"/>
            </a:xfrm>
            <a:custGeom>
              <a:rect b="b" l="l" r="r" t="t"/>
              <a:pathLst>
                <a:path extrusionOk="0" h="622" w="3370">
                  <a:moveTo>
                    <a:pt x="1225" y="0"/>
                  </a:moveTo>
                  <a:cubicBezTo>
                    <a:pt x="851" y="0"/>
                    <a:pt x="471" y="12"/>
                    <a:pt x="84" y="16"/>
                  </a:cubicBezTo>
                  <a:cubicBezTo>
                    <a:pt x="131" y="349"/>
                    <a:pt x="48" y="135"/>
                    <a:pt x="1" y="479"/>
                  </a:cubicBezTo>
                  <a:cubicBezTo>
                    <a:pt x="232" y="471"/>
                    <a:pt x="463" y="468"/>
                    <a:pt x="695" y="468"/>
                  </a:cubicBezTo>
                  <a:cubicBezTo>
                    <a:pt x="1542" y="468"/>
                    <a:pt x="2388" y="519"/>
                    <a:pt x="3227" y="621"/>
                  </a:cubicBezTo>
                  <a:cubicBezTo>
                    <a:pt x="3274" y="420"/>
                    <a:pt x="3322" y="503"/>
                    <a:pt x="3369" y="289"/>
                  </a:cubicBezTo>
                  <a:cubicBezTo>
                    <a:pt x="2664" y="46"/>
                    <a:pt x="1954" y="0"/>
                    <a:pt x="12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70"/>
            <p:cNvSpPr/>
            <p:nvPr/>
          </p:nvSpPr>
          <p:spPr>
            <a:xfrm>
              <a:off x="-3621425" y="1709290"/>
              <a:ext cx="907244" cy="1015493"/>
            </a:xfrm>
            <a:custGeom>
              <a:rect b="b" l="l" r="r" t="t"/>
              <a:pathLst>
                <a:path extrusionOk="0" h="11178" w="9987">
                  <a:moveTo>
                    <a:pt x="2397" y="1"/>
                  </a:moveTo>
                  <a:cubicBezTo>
                    <a:pt x="2082" y="1"/>
                    <a:pt x="1768" y="26"/>
                    <a:pt x="1483" y="136"/>
                  </a:cubicBezTo>
                  <a:cubicBezTo>
                    <a:pt x="1210" y="243"/>
                    <a:pt x="973" y="350"/>
                    <a:pt x="747" y="527"/>
                  </a:cubicBezTo>
                  <a:cubicBezTo>
                    <a:pt x="439" y="753"/>
                    <a:pt x="463" y="990"/>
                    <a:pt x="285" y="1322"/>
                  </a:cubicBezTo>
                  <a:cubicBezTo>
                    <a:pt x="0" y="1868"/>
                    <a:pt x="178" y="3398"/>
                    <a:pt x="344" y="3991"/>
                  </a:cubicBezTo>
                  <a:cubicBezTo>
                    <a:pt x="866" y="5722"/>
                    <a:pt x="1328" y="6552"/>
                    <a:pt x="2159" y="8165"/>
                  </a:cubicBezTo>
                  <a:cubicBezTo>
                    <a:pt x="2313" y="8485"/>
                    <a:pt x="2479" y="8794"/>
                    <a:pt x="2692" y="9090"/>
                  </a:cubicBezTo>
                  <a:cubicBezTo>
                    <a:pt x="2799" y="9375"/>
                    <a:pt x="2918" y="9671"/>
                    <a:pt x="3024" y="9968"/>
                  </a:cubicBezTo>
                  <a:cubicBezTo>
                    <a:pt x="3060" y="10075"/>
                    <a:pt x="3107" y="10169"/>
                    <a:pt x="3167" y="10252"/>
                  </a:cubicBezTo>
                  <a:cubicBezTo>
                    <a:pt x="3309" y="10442"/>
                    <a:pt x="3546" y="10525"/>
                    <a:pt x="3760" y="10596"/>
                  </a:cubicBezTo>
                  <a:cubicBezTo>
                    <a:pt x="4459" y="10834"/>
                    <a:pt x="5171" y="11071"/>
                    <a:pt x="5906" y="11154"/>
                  </a:cubicBezTo>
                  <a:cubicBezTo>
                    <a:pt x="6060" y="11169"/>
                    <a:pt x="6215" y="11177"/>
                    <a:pt x="6371" y="11177"/>
                  </a:cubicBezTo>
                  <a:cubicBezTo>
                    <a:pt x="6951" y="11177"/>
                    <a:pt x="7536" y="11064"/>
                    <a:pt x="8041" y="10774"/>
                  </a:cubicBezTo>
                  <a:cubicBezTo>
                    <a:pt x="8563" y="10478"/>
                    <a:pt x="8954" y="10003"/>
                    <a:pt x="9263" y="9493"/>
                  </a:cubicBezTo>
                  <a:cubicBezTo>
                    <a:pt x="9571" y="8983"/>
                    <a:pt x="9773" y="8414"/>
                    <a:pt x="9986" y="7857"/>
                  </a:cubicBezTo>
                  <a:cubicBezTo>
                    <a:pt x="9737" y="7643"/>
                    <a:pt x="9476" y="7430"/>
                    <a:pt x="9227" y="7216"/>
                  </a:cubicBezTo>
                  <a:cubicBezTo>
                    <a:pt x="9109" y="7086"/>
                    <a:pt x="8966" y="6979"/>
                    <a:pt x="8836" y="6861"/>
                  </a:cubicBezTo>
                  <a:cubicBezTo>
                    <a:pt x="8290" y="6351"/>
                    <a:pt x="7851" y="5710"/>
                    <a:pt x="7590" y="5010"/>
                  </a:cubicBezTo>
                  <a:cubicBezTo>
                    <a:pt x="7330" y="4323"/>
                    <a:pt x="7235" y="3587"/>
                    <a:pt x="7057" y="2876"/>
                  </a:cubicBezTo>
                  <a:cubicBezTo>
                    <a:pt x="6879" y="2152"/>
                    <a:pt x="6606" y="1441"/>
                    <a:pt x="6072" y="931"/>
                  </a:cubicBezTo>
                  <a:cubicBezTo>
                    <a:pt x="5645" y="516"/>
                    <a:pt x="5064" y="267"/>
                    <a:pt x="4471" y="148"/>
                  </a:cubicBezTo>
                  <a:cubicBezTo>
                    <a:pt x="3878" y="29"/>
                    <a:pt x="3274" y="18"/>
                    <a:pt x="2669" y="6"/>
                  </a:cubicBezTo>
                  <a:cubicBezTo>
                    <a:pt x="2578" y="3"/>
                    <a:pt x="2487" y="1"/>
                    <a:pt x="23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70"/>
            <p:cNvSpPr/>
            <p:nvPr/>
          </p:nvSpPr>
          <p:spPr>
            <a:xfrm>
              <a:off x="-3588086" y="1854376"/>
              <a:ext cx="732736" cy="846971"/>
            </a:xfrm>
            <a:custGeom>
              <a:rect b="b" l="l" r="r" t="t"/>
              <a:pathLst>
                <a:path extrusionOk="0" h="9323" w="8066">
                  <a:moveTo>
                    <a:pt x="999" y="1"/>
                  </a:moveTo>
                  <a:cubicBezTo>
                    <a:pt x="664" y="1"/>
                    <a:pt x="322" y="58"/>
                    <a:pt x="143" y="330"/>
                  </a:cubicBezTo>
                  <a:cubicBezTo>
                    <a:pt x="13" y="520"/>
                    <a:pt x="1" y="769"/>
                    <a:pt x="13" y="994"/>
                  </a:cubicBezTo>
                  <a:cubicBezTo>
                    <a:pt x="48" y="2512"/>
                    <a:pt x="546" y="4018"/>
                    <a:pt x="1400" y="5264"/>
                  </a:cubicBezTo>
                  <a:cubicBezTo>
                    <a:pt x="1887" y="5987"/>
                    <a:pt x="2503" y="6639"/>
                    <a:pt x="2788" y="7458"/>
                  </a:cubicBezTo>
                  <a:cubicBezTo>
                    <a:pt x="2907" y="7790"/>
                    <a:pt x="2978" y="8169"/>
                    <a:pt x="3179" y="8454"/>
                  </a:cubicBezTo>
                  <a:cubicBezTo>
                    <a:pt x="3416" y="8786"/>
                    <a:pt x="3808" y="8964"/>
                    <a:pt x="4187" y="9082"/>
                  </a:cubicBezTo>
                  <a:cubicBezTo>
                    <a:pt x="4694" y="9243"/>
                    <a:pt x="5221" y="9323"/>
                    <a:pt x="5748" y="9323"/>
                  </a:cubicBezTo>
                  <a:cubicBezTo>
                    <a:pt x="5924" y="9323"/>
                    <a:pt x="6100" y="9314"/>
                    <a:pt x="6275" y="9296"/>
                  </a:cubicBezTo>
                  <a:cubicBezTo>
                    <a:pt x="6927" y="9225"/>
                    <a:pt x="7639" y="8952"/>
                    <a:pt x="7876" y="8347"/>
                  </a:cubicBezTo>
                  <a:cubicBezTo>
                    <a:pt x="8066" y="7837"/>
                    <a:pt x="7852" y="7256"/>
                    <a:pt x="7508" y="6829"/>
                  </a:cubicBezTo>
                  <a:cubicBezTo>
                    <a:pt x="7164" y="6402"/>
                    <a:pt x="6713" y="6094"/>
                    <a:pt x="6322" y="5702"/>
                  </a:cubicBezTo>
                  <a:cubicBezTo>
                    <a:pt x="5800" y="5192"/>
                    <a:pt x="5421" y="4540"/>
                    <a:pt x="5195" y="3840"/>
                  </a:cubicBezTo>
                  <a:cubicBezTo>
                    <a:pt x="5077" y="3449"/>
                    <a:pt x="5006" y="3010"/>
                    <a:pt x="4733" y="2690"/>
                  </a:cubicBezTo>
                  <a:cubicBezTo>
                    <a:pt x="4365" y="2239"/>
                    <a:pt x="3713" y="2121"/>
                    <a:pt x="3333" y="1670"/>
                  </a:cubicBezTo>
                  <a:cubicBezTo>
                    <a:pt x="3025" y="1302"/>
                    <a:pt x="2954" y="757"/>
                    <a:pt x="2598" y="425"/>
                  </a:cubicBezTo>
                  <a:cubicBezTo>
                    <a:pt x="2254" y="93"/>
                    <a:pt x="1732" y="45"/>
                    <a:pt x="1258" y="10"/>
                  </a:cubicBezTo>
                  <a:cubicBezTo>
                    <a:pt x="1174" y="5"/>
                    <a:pt x="1087" y="1"/>
                    <a:pt x="9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70"/>
            <p:cNvSpPr/>
            <p:nvPr/>
          </p:nvSpPr>
          <p:spPr>
            <a:xfrm>
              <a:off x="-3289575" y="1784059"/>
              <a:ext cx="316768" cy="302250"/>
            </a:xfrm>
            <a:custGeom>
              <a:rect b="b" l="l" r="r" t="t"/>
              <a:pathLst>
                <a:path extrusionOk="0" h="3327" w="3487">
                  <a:moveTo>
                    <a:pt x="949" y="1"/>
                  </a:moveTo>
                  <a:cubicBezTo>
                    <a:pt x="629" y="1"/>
                    <a:pt x="297" y="131"/>
                    <a:pt x="142" y="392"/>
                  </a:cubicBezTo>
                  <a:cubicBezTo>
                    <a:pt x="0" y="641"/>
                    <a:pt x="36" y="950"/>
                    <a:pt x="107" y="1211"/>
                  </a:cubicBezTo>
                  <a:cubicBezTo>
                    <a:pt x="415" y="2290"/>
                    <a:pt x="1399" y="3144"/>
                    <a:pt x="2514" y="3310"/>
                  </a:cubicBezTo>
                  <a:cubicBezTo>
                    <a:pt x="2582" y="3320"/>
                    <a:pt x="2653" y="3326"/>
                    <a:pt x="2724" y="3326"/>
                  </a:cubicBezTo>
                  <a:cubicBezTo>
                    <a:pt x="2905" y="3326"/>
                    <a:pt x="3087" y="3286"/>
                    <a:pt x="3214" y="3168"/>
                  </a:cubicBezTo>
                  <a:cubicBezTo>
                    <a:pt x="3487" y="2907"/>
                    <a:pt x="3380" y="2468"/>
                    <a:pt x="3238" y="2124"/>
                  </a:cubicBezTo>
                  <a:cubicBezTo>
                    <a:pt x="3036" y="1614"/>
                    <a:pt x="2787" y="1104"/>
                    <a:pt x="2408" y="701"/>
                  </a:cubicBezTo>
                  <a:cubicBezTo>
                    <a:pt x="2028" y="286"/>
                    <a:pt x="1494" y="1"/>
                    <a:pt x="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70"/>
            <p:cNvSpPr/>
            <p:nvPr/>
          </p:nvSpPr>
          <p:spPr>
            <a:xfrm>
              <a:off x="-3160305" y="2020993"/>
              <a:ext cx="365278" cy="522827"/>
            </a:xfrm>
            <a:custGeom>
              <a:rect b="b" l="l" r="r" t="t"/>
              <a:pathLst>
                <a:path extrusionOk="0" h="5755" w="4021">
                  <a:moveTo>
                    <a:pt x="101" y="1"/>
                  </a:moveTo>
                  <a:cubicBezTo>
                    <a:pt x="68" y="1"/>
                    <a:pt x="34" y="5"/>
                    <a:pt x="0" y="14"/>
                  </a:cubicBezTo>
                  <a:lnTo>
                    <a:pt x="24" y="109"/>
                  </a:lnTo>
                  <a:cubicBezTo>
                    <a:pt x="51" y="102"/>
                    <a:pt x="78" y="98"/>
                    <a:pt x="105" y="98"/>
                  </a:cubicBezTo>
                  <a:cubicBezTo>
                    <a:pt x="254" y="98"/>
                    <a:pt x="394" y="202"/>
                    <a:pt x="475" y="322"/>
                  </a:cubicBezTo>
                  <a:cubicBezTo>
                    <a:pt x="569" y="465"/>
                    <a:pt x="617" y="631"/>
                    <a:pt x="652" y="797"/>
                  </a:cubicBezTo>
                  <a:lnTo>
                    <a:pt x="664" y="856"/>
                  </a:lnTo>
                  <a:cubicBezTo>
                    <a:pt x="1020" y="2244"/>
                    <a:pt x="1827" y="3501"/>
                    <a:pt x="2965" y="4378"/>
                  </a:cubicBezTo>
                  <a:cubicBezTo>
                    <a:pt x="3013" y="4414"/>
                    <a:pt x="3060" y="4438"/>
                    <a:pt x="3107" y="4473"/>
                  </a:cubicBezTo>
                  <a:cubicBezTo>
                    <a:pt x="3285" y="4616"/>
                    <a:pt x="3487" y="4770"/>
                    <a:pt x="3629" y="4948"/>
                  </a:cubicBezTo>
                  <a:cubicBezTo>
                    <a:pt x="3843" y="5197"/>
                    <a:pt x="3926" y="5481"/>
                    <a:pt x="3866" y="5730"/>
                  </a:cubicBezTo>
                  <a:lnTo>
                    <a:pt x="3950" y="5754"/>
                  </a:lnTo>
                  <a:cubicBezTo>
                    <a:pt x="4021" y="5481"/>
                    <a:pt x="3926" y="5161"/>
                    <a:pt x="3700" y="4888"/>
                  </a:cubicBezTo>
                  <a:cubicBezTo>
                    <a:pt x="3546" y="4699"/>
                    <a:pt x="3345" y="4544"/>
                    <a:pt x="3155" y="4402"/>
                  </a:cubicBezTo>
                  <a:cubicBezTo>
                    <a:pt x="3107" y="4367"/>
                    <a:pt x="3060" y="4331"/>
                    <a:pt x="3024" y="4295"/>
                  </a:cubicBezTo>
                  <a:cubicBezTo>
                    <a:pt x="1910" y="3430"/>
                    <a:pt x="1103" y="2208"/>
                    <a:pt x="759" y="832"/>
                  </a:cubicBezTo>
                  <a:lnTo>
                    <a:pt x="747" y="773"/>
                  </a:lnTo>
                  <a:cubicBezTo>
                    <a:pt x="700" y="607"/>
                    <a:pt x="652" y="417"/>
                    <a:pt x="558" y="263"/>
                  </a:cubicBezTo>
                  <a:cubicBezTo>
                    <a:pt x="457" y="132"/>
                    <a:pt x="288" y="1"/>
                    <a:pt x="1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70"/>
            <p:cNvSpPr/>
            <p:nvPr/>
          </p:nvSpPr>
          <p:spPr>
            <a:xfrm>
              <a:off x="-3283125" y="1748355"/>
              <a:ext cx="415968" cy="317058"/>
            </a:xfrm>
            <a:custGeom>
              <a:rect b="b" l="l" r="r" t="t"/>
              <a:pathLst>
                <a:path extrusionOk="0" h="3490" w="4579">
                  <a:moveTo>
                    <a:pt x="1422" y="0"/>
                  </a:moveTo>
                  <a:cubicBezTo>
                    <a:pt x="1000" y="0"/>
                    <a:pt x="562" y="146"/>
                    <a:pt x="309" y="477"/>
                  </a:cubicBezTo>
                  <a:cubicBezTo>
                    <a:pt x="0" y="880"/>
                    <a:pt x="36" y="1485"/>
                    <a:pt x="297" y="1924"/>
                  </a:cubicBezTo>
                  <a:cubicBezTo>
                    <a:pt x="558" y="2363"/>
                    <a:pt x="1008" y="2659"/>
                    <a:pt x="1471" y="2849"/>
                  </a:cubicBezTo>
                  <a:cubicBezTo>
                    <a:pt x="2194" y="3157"/>
                    <a:pt x="2989" y="3252"/>
                    <a:pt x="3736" y="3489"/>
                  </a:cubicBezTo>
                  <a:cubicBezTo>
                    <a:pt x="4258" y="2825"/>
                    <a:pt x="4578" y="2007"/>
                    <a:pt x="4554" y="1046"/>
                  </a:cubicBezTo>
                  <a:cubicBezTo>
                    <a:pt x="3985" y="821"/>
                    <a:pt x="3404" y="596"/>
                    <a:pt x="2823" y="358"/>
                  </a:cubicBezTo>
                  <a:cubicBezTo>
                    <a:pt x="2408" y="192"/>
                    <a:pt x="1969" y="26"/>
                    <a:pt x="1518" y="3"/>
                  </a:cubicBezTo>
                  <a:cubicBezTo>
                    <a:pt x="1486" y="1"/>
                    <a:pt x="1454" y="0"/>
                    <a:pt x="14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70"/>
            <p:cNvSpPr/>
            <p:nvPr/>
          </p:nvSpPr>
          <p:spPr>
            <a:xfrm>
              <a:off x="-3721625" y="1916608"/>
              <a:ext cx="1205662" cy="899754"/>
            </a:xfrm>
            <a:custGeom>
              <a:rect b="b" l="l" r="r" t="t"/>
              <a:pathLst>
                <a:path extrusionOk="0" h="9904" w="13272">
                  <a:moveTo>
                    <a:pt x="2322" y="0"/>
                  </a:moveTo>
                  <a:cubicBezTo>
                    <a:pt x="1720" y="0"/>
                    <a:pt x="1127" y="59"/>
                    <a:pt x="534" y="285"/>
                  </a:cubicBezTo>
                  <a:cubicBezTo>
                    <a:pt x="261" y="1661"/>
                    <a:pt x="0" y="3582"/>
                    <a:pt x="48" y="4994"/>
                  </a:cubicBezTo>
                  <a:cubicBezTo>
                    <a:pt x="95" y="6393"/>
                    <a:pt x="368" y="7804"/>
                    <a:pt x="985" y="9050"/>
                  </a:cubicBezTo>
                  <a:cubicBezTo>
                    <a:pt x="1115" y="9311"/>
                    <a:pt x="1257" y="9572"/>
                    <a:pt x="1483" y="9749"/>
                  </a:cubicBezTo>
                  <a:cubicBezTo>
                    <a:pt x="1566" y="9809"/>
                    <a:pt x="1672" y="9856"/>
                    <a:pt x="1767" y="9904"/>
                  </a:cubicBezTo>
                  <a:lnTo>
                    <a:pt x="8978" y="9904"/>
                  </a:lnTo>
                  <a:cubicBezTo>
                    <a:pt x="8990" y="9904"/>
                    <a:pt x="9002" y="9904"/>
                    <a:pt x="9026" y="9892"/>
                  </a:cubicBezTo>
                  <a:cubicBezTo>
                    <a:pt x="9156" y="9880"/>
                    <a:pt x="12927" y="9856"/>
                    <a:pt x="13046" y="9773"/>
                  </a:cubicBezTo>
                  <a:cubicBezTo>
                    <a:pt x="13165" y="9702"/>
                    <a:pt x="13271" y="9572"/>
                    <a:pt x="13259" y="9417"/>
                  </a:cubicBezTo>
                  <a:cubicBezTo>
                    <a:pt x="13248" y="9168"/>
                    <a:pt x="9346" y="9038"/>
                    <a:pt x="9132" y="8919"/>
                  </a:cubicBezTo>
                  <a:cubicBezTo>
                    <a:pt x="8646" y="8646"/>
                    <a:pt x="8338" y="8113"/>
                    <a:pt x="8077" y="7603"/>
                  </a:cubicBezTo>
                  <a:cubicBezTo>
                    <a:pt x="7092" y="5682"/>
                    <a:pt x="6369" y="3618"/>
                    <a:pt x="5942" y="1483"/>
                  </a:cubicBezTo>
                  <a:cubicBezTo>
                    <a:pt x="5859" y="1092"/>
                    <a:pt x="5776" y="653"/>
                    <a:pt x="5479" y="380"/>
                  </a:cubicBezTo>
                  <a:cubicBezTo>
                    <a:pt x="5213" y="125"/>
                    <a:pt x="4833" y="70"/>
                    <a:pt x="4475" y="70"/>
                  </a:cubicBezTo>
                  <a:cubicBezTo>
                    <a:pt x="4434" y="70"/>
                    <a:pt x="4393" y="71"/>
                    <a:pt x="4353" y="72"/>
                  </a:cubicBezTo>
                  <a:cubicBezTo>
                    <a:pt x="3657" y="72"/>
                    <a:pt x="2984" y="0"/>
                    <a:pt x="2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70"/>
            <p:cNvSpPr/>
            <p:nvPr/>
          </p:nvSpPr>
          <p:spPr>
            <a:xfrm>
              <a:off x="-3367155" y="1940319"/>
              <a:ext cx="482737" cy="840521"/>
            </a:xfrm>
            <a:custGeom>
              <a:rect b="b" l="l" r="r" t="t"/>
              <a:pathLst>
                <a:path extrusionOk="0" h="9252" w="5314">
                  <a:moveTo>
                    <a:pt x="36" y="1"/>
                  </a:moveTo>
                  <a:lnTo>
                    <a:pt x="0" y="107"/>
                  </a:lnTo>
                  <a:cubicBezTo>
                    <a:pt x="498" y="321"/>
                    <a:pt x="700" y="487"/>
                    <a:pt x="878" y="997"/>
                  </a:cubicBezTo>
                  <a:cubicBezTo>
                    <a:pt x="1056" y="1507"/>
                    <a:pt x="1210" y="2183"/>
                    <a:pt x="1376" y="2835"/>
                  </a:cubicBezTo>
                  <a:cubicBezTo>
                    <a:pt x="1530" y="3487"/>
                    <a:pt x="1696" y="4175"/>
                    <a:pt x="1874" y="4685"/>
                  </a:cubicBezTo>
                  <a:cubicBezTo>
                    <a:pt x="2384" y="6203"/>
                    <a:pt x="2906" y="7354"/>
                    <a:pt x="3463" y="8208"/>
                  </a:cubicBezTo>
                  <a:cubicBezTo>
                    <a:pt x="4021" y="9061"/>
                    <a:pt x="4210" y="9251"/>
                    <a:pt x="5112" y="9251"/>
                  </a:cubicBezTo>
                  <a:lnTo>
                    <a:pt x="5313" y="9251"/>
                  </a:lnTo>
                  <a:lnTo>
                    <a:pt x="5313" y="9133"/>
                  </a:lnTo>
                  <a:cubicBezTo>
                    <a:pt x="5235" y="9134"/>
                    <a:pt x="5162" y="9136"/>
                    <a:pt x="5093" y="9136"/>
                  </a:cubicBezTo>
                  <a:cubicBezTo>
                    <a:pt x="4257" y="9136"/>
                    <a:pt x="4095" y="8980"/>
                    <a:pt x="3558" y="8136"/>
                  </a:cubicBezTo>
                  <a:cubicBezTo>
                    <a:pt x="3001" y="7294"/>
                    <a:pt x="2491" y="6156"/>
                    <a:pt x="1969" y="4650"/>
                  </a:cubicBezTo>
                  <a:cubicBezTo>
                    <a:pt x="1803" y="4140"/>
                    <a:pt x="1637" y="3464"/>
                    <a:pt x="1483" y="2811"/>
                  </a:cubicBezTo>
                  <a:cubicBezTo>
                    <a:pt x="1317" y="2147"/>
                    <a:pt x="1162" y="1471"/>
                    <a:pt x="984" y="961"/>
                  </a:cubicBezTo>
                  <a:cubicBezTo>
                    <a:pt x="795" y="404"/>
                    <a:pt x="546" y="214"/>
                    <a:pt x="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70"/>
            <p:cNvSpPr/>
            <p:nvPr/>
          </p:nvSpPr>
          <p:spPr>
            <a:xfrm>
              <a:off x="-3612795" y="3423976"/>
              <a:ext cx="114280" cy="114286"/>
            </a:xfrm>
            <a:custGeom>
              <a:rect b="b" l="l" r="r" t="t"/>
              <a:pathLst>
                <a:path extrusionOk="0" h="1258" w="1258">
                  <a:moveTo>
                    <a:pt x="629" y="1"/>
                  </a:moveTo>
                  <a:cubicBezTo>
                    <a:pt x="273" y="1"/>
                    <a:pt x="0" y="273"/>
                    <a:pt x="0" y="629"/>
                  </a:cubicBezTo>
                  <a:cubicBezTo>
                    <a:pt x="0" y="973"/>
                    <a:pt x="273" y="1258"/>
                    <a:pt x="629" y="1258"/>
                  </a:cubicBezTo>
                  <a:cubicBezTo>
                    <a:pt x="973" y="1258"/>
                    <a:pt x="1257" y="973"/>
                    <a:pt x="1257" y="629"/>
                  </a:cubicBezTo>
                  <a:cubicBezTo>
                    <a:pt x="1257" y="273"/>
                    <a:pt x="973" y="1"/>
                    <a:pt x="6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70"/>
            <p:cNvSpPr/>
            <p:nvPr/>
          </p:nvSpPr>
          <p:spPr>
            <a:xfrm>
              <a:off x="-2569916" y="3425066"/>
              <a:ext cx="114280" cy="114286"/>
            </a:xfrm>
            <a:custGeom>
              <a:rect b="b" l="l" r="r" t="t"/>
              <a:pathLst>
                <a:path extrusionOk="0" h="1258" w="1258">
                  <a:moveTo>
                    <a:pt x="629" y="0"/>
                  </a:moveTo>
                  <a:cubicBezTo>
                    <a:pt x="285" y="0"/>
                    <a:pt x="0" y="285"/>
                    <a:pt x="0" y="629"/>
                  </a:cubicBezTo>
                  <a:cubicBezTo>
                    <a:pt x="0" y="973"/>
                    <a:pt x="285" y="1258"/>
                    <a:pt x="629" y="1258"/>
                  </a:cubicBezTo>
                  <a:cubicBezTo>
                    <a:pt x="973" y="1258"/>
                    <a:pt x="1257" y="973"/>
                    <a:pt x="1257" y="629"/>
                  </a:cubicBezTo>
                  <a:cubicBezTo>
                    <a:pt x="1257" y="285"/>
                    <a:pt x="973" y="0"/>
                    <a:pt x="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70"/>
            <p:cNvSpPr/>
            <p:nvPr/>
          </p:nvSpPr>
          <p:spPr>
            <a:xfrm>
              <a:off x="-3577275" y="2808746"/>
              <a:ext cx="1082843" cy="744586"/>
            </a:xfrm>
            <a:custGeom>
              <a:rect b="b" l="l" r="r" t="t"/>
              <a:pathLst>
                <a:path extrusionOk="0" h="8196" w="11920">
                  <a:moveTo>
                    <a:pt x="5705" y="1"/>
                  </a:moveTo>
                  <a:lnTo>
                    <a:pt x="5705" y="2005"/>
                  </a:lnTo>
                  <a:lnTo>
                    <a:pt x="5575" y="2005"/>
                  </a:lnTo>
                  <a:lnTo>
                    <a:pt x="5575" y="5480"/>
                  </a:lnTo>
                  <a:lnTo>
                    <a:pt x="5444" y="5480"/>
                  </a:lnTo>
                  <a:cubicBezTo>
                    <a:pt x="5444" y="5480"/>
                    <a:pt x="5029" y="6013"/>
                    <a:pt x="4009" y="6132"/>
                  </a:cubicBezTo>
                  <a:cubicBezTo>
                    <a:pt x="3167" y="6239"/>
                    <a:pt x="985" y="6417"/>
                    <a:pt x="250" y="6476"/>
                  </a:cubicBezTo>
                  <a:cubicBezTo>
                    <a:pt x="107" y="6488"/>
                    <a:pt x="0" y="6606"/>
                    <a:pt x="0" y="6749"/>
                  </a:cubicBezTo>
                  <a:lnTo>
                    <a:pt x="0" y="6891"/>
                  </a:lnTo>
                  <a:lnTo>
                    <a:pt x="5219" y="6464"/>
                  </a:lnTo>
                  <a:lnTo>
                    <a:pt x="5219" y="6464"/>
                  </a:lnTo>
                  <a:cubicBezTo>
                    <a:pt x="5124" y="6547"/>
                    <a:pt x="5029" y="6630"/>
                    <a:pt x="4922" y="6701"/>
                  </a:cubicBezTo>
                  <a:cubicBezTo>
                    <a:pt x="4839" y="6749"/>
                    <a:pt x="4744" y="6808"/>
                    <a:pt x="4685" y="6891"/>
                  </a:cubicBezTo>
                  <a:cubicBezTo>
                    <a:pt x="4661" y="6939"/>
                    <a:pt x="4638" y="6974"/>
                    <a:pt x="4614" y="7022"/>
                  </a:cubicBezTo>
                  <a:lnTo>
                    <a:pt x="4306" y="7022"/>
                  </a:lnTo>
                  <a:lnTo>
                    <a:pt x="4306" y="8196"/>
                  </a:lnTo>
                  <a:lnTo>
                    <a:pt x="5349" y="8196"/>
                  </a:lnTo>
                  <a:lnTo>
                    <a:pt x="5349" y="7022"/>
                  </a:lnTo>
                  <a:lnTo>
                    <a:pt x="5017" y="7022"/>
                  </a:lnTo>
                  <a:cubicBezTo>
                    <a:pt x="5029" y="6998"/>
                    <a:pt x="5029" y="6962"/>
                    <a:pt x="5029" y="6939"/>
                  </a:cubicBezTo>
                  <a:cubicBezTo>
                    <a:pt x="5432" y="6879"/>
                    <a:pt x="5824" y="6689"/>
                    <a:pt x="6132" y="6429"/>
                  </a:cubicBezTo>
                  <a:lnTo>
                    <a:pt x="11920" y="6891"/>
                  </a:lnTo>
                  <a:lnTo>
                    <a:pt x="11920" y="6749"/>
                  </a:lnTo>
                  <a:cubicBezTo>
                    <a:pt x="11920" y="6606"/>
                    <a:pt x="11813" y="6488"/>
                    <a:pt x="11670" y="6476"/>
                  </a:cubicBezTo>
                  <a:cubicBezTo>
                    <a:pt x="10935" y="6417"/>
                    <a:pt x="8753" y="6239"/>
                    <a:pt x="7911" y="6132"/>
                  </a:cubicBezTo>
                  <a:cubicBezTo>
                    <a:pt x="6891" y="6013"/>
                    <a:pt x="6476" y="5480"/>
                    <a:pt x="6476" y="5480"/>
                  </a:cubicBezTo>
                  <a:lnTo>
                    <a:pt x="6345" y="5480"/>
                  </a:lnTo>
                  <a:lnTo>
                    <a:pt x="6345" y="2005"/>
                  </a:lnTo>
                  <a:lnTo>
                    <a:pt x="6215" y="2005"/>
                  </a:lnTo>
                  <a:lnTo>
                    <a:pt x="62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70"/>
            <p:cNvSpPr/>
            <p:nvPr/>
          </p:nvSpPr>
          <p:spPr>
            <a:xfrm>
              <a:off x="-3412486" y="2808746"/>
              <a:ext cx="760806" cy="44243"/>
            </a:xfrm>
            <a:custGeom>
              <a:rect b="b" l="l" r="r" t="t"/>
              <a:pathLst>
                <a:path extrusionOk="0" h="487" w="8375">
                  <a:moveTo>
                    <a:pt x="48" y="1"/>
                  </a:moveTo>
                  <a:cubicBezTo>
                    <a:pt x="13" y="48"/>
                    <a:pt x="1" y="107"/>
                    <a:pt x="1" y="167"/>
                  </a:cubicBezTo>
                  <a:cubicBezTo>
                    <a:pt x="1" y="345"/>
                    <a:pt x="143" y="487"/>
                    <a:pt x="309" y="487"/>
                  </a:cubicBezTo>
                  <a:lnTo>
                    <a:pt x="8066" y="487"/>
                  </a:lnTo>
                  <a:cubicBezTo>
                    <a:pt x="8244" y="487"/>
                    <a:pt x="8374" y="345"/>
                    <a:pt x="8374" y="167"/>
                  </a:cubicBezTo>
                  <a:cubicBezTo>
                    <a:pt x="8374" y="107"/>
                    <a:pt x="8362" y="48"/>
                    <a:pt x="8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70"/>
            <p:cNvSpPr/>
            <p:nvPr/>
          </p:nvSpPr>
          <p:spPr>
            <a:xfrm>
              <a:off x="-3248696" y="1452823"/>
              <a:ext cx="35701" cy="90030"/>
            </a:xfrm>
            <a:custGeom>
              <a:rect b="b" l="l" r="r" t="t"/>
              <a:pathLst>
                <a:path extrusionOk="0" h="991" w="393">
                  <a:moveTo>
                    <a:pt x="217" y="1"/>
                  </a:moveTo>
                  <a:cubicBezTo>
                    <a:pt x="158" y="1"/>
                    <a:pt x="106" y="53"/>
                    <a:pt x="96" y="113"/>
                  </a:cubicBezTo>
                  <a:cubicBezTo>
                    <a:pt x="84" y="184"/>
                    <a:pt x="107" y="255"/>
                    <a:pt x="155" y="314"/>
                  </a:cubicBezTo>
                  <a:cubicBezTo>
                    <a:pt x="167" y="338"/>
                    <a:pt x="179" y="362"/>
                    <a:pt x="167" y="386"/>
                  </a:cubicBezTo>
                  <a:cubicBezTo>
                    <a:pt x="155" y="409"/>
                    <a:pt x="131" y="409"/>
                    <a:pt x="107" y="409"/>
                  </a:cubicBezTo>
                  <a:cubicBezTo>
                    <a:pt x="60" y="421"/>
                    <a:pt x="36" y="445"/>
                    <a:pt x="24" y="492"/>
                  </a:cubicBezTo>
                  <a:cubicBezTo>
                    <a:pt x="1" y="528"/>
                    <a:pt x="1" y="563"/>
                    <a:pt x="1" y="611"/>
                  </a:cubicBezTo>
                  <a:cubicBezTo>
                    <a:pt x="1" y="682"/>
                    <a:pt x="1" y="753"/>
                    <a:pt x="24" y="824"/>
                  </a:cubicBezTo>
                  <a:cubicBezTo>
                    <a:pt x="36" y="896"/>
                    <a:pt x="84" y="955"/>
                    <a:pt x="155" y="990"/>
                  </a:cubicBezTo>
                  <a:cubicBezTo>
                    <a:pt x="143" y="931"/>
                    <a:pt x="155" y="872"/>
                    <a:pt x="202" y="836"/>
                  </a:cubicBezTo>
                  <a:cubicBezTo>
                    <a:pt x="250" y="813"/>
                    <a:pt x="309" y="836"/>
                    <a:pt x="345" y="789"/>
                  </a:cubicBezTo>
                  <a:cubicBezTo>
                    <a:pt x="392" y="729"/>
                    <a:pt x="273" y="646"/>
                    <a:pt x="309" y="563"/>
                  </a:cubicBezTo>
                  <a:cubicBezTo>
                    <a:pt x="321" y="540"/>
                    <a:pt x="368" y="528"/>
                    <a:pt x="380" y="492"/>
                  </a:cubicBezTo>
                  <a:cubicBezTo>
                    <a:pt x="392" y="469"/>
                    <a:pt x="392" y="445"/>
                    <a:pt x="392" y="409"/>
                  </a:cubicBezTo>
                  <a:cubicBezTo>
                    <a:pt x="380" y="338"/>
                    <a:pt x="368" y="267"/>
                    <a:pt x="356" y="184"/>
                  </a:cubicBezTo>
                  <a:cubicBezTo>
                    <a:pt x="345" y="113"/>
                    <a:pt x="321" y="30"/>
                    <a:pt x="250" y="6"/>
                  </a:cubicBezTo>
                  <a:cubicBezTo>
                    <a:pt x="239" y="2"/>
                    <a:pt x="228" y="1"/>
                    <a:pt x="217" y="1"/>
                  </a:cubicBezTo>
                  <a:close/>
                </a:path>
              </a:pathLst>
            </a:custGeom>
            <a:solidFill>
              <a:srgbClr val="885D39">
                <a:alpha val="42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70"/>
            <p:cNvSpPr/>
            <p:nvPr/>
          </p:nvSpPr>
          <p:spPr>
            <a:xfrm>
              <a:off x="-2907125" y="1464724"/>
              <a:ext cx="106740" cy="94300"/>
            </a:xfrm>
            <a:custGeom>
              <a:rect b="b" l="l" r="r" t="t"/>
              <a:pathLst>
                <a:path extrusionOk="0" h="1038" w="1175">
                  <a:moveTo>
                    <a:pt x="543" y="0"/>
                  </a:moveTo>
                  <a:cubicBezTo>
                    <a:pt x="473" y="0"/>
                    <a:pt x="406" y="50"/>
                    <a:pt x="356" y="100"/>
                  </a:cubicBezTo>
                  <a:cubicBezTo>
                    <a:pt x="297" y="172"/>
                    <a:pt x="83" y="314"/>
                    <a:pt x="0" y="349"/>
                  </a:cubicBezTo>
                  <a:cubicBezTo>
                    <a:pt x="131" y="397"/>
                    <a:pt x="226" y="504"/>
                    <a:pt x="273" y="634"/>
                  </a:cubicBezTo>
                  <a:cubicBezTo>
                    <a:pt x="332" y="753"/>
                    <a:pt x="332" y="895"/>
                    <a:pt x="332" y="1037"/>
                  </a:cubicBezTo>
                  <a:cubicBezTo>
                    <a:pt x="558" y="824"/>
                    <a:pt x="854" y="682"/>
                    <a:pt x="1174" y="646"/>
                  </a:cubicBezTo>
                  <a:cubicBezTo>
                    <a:pt x="1163" y="551"/>
                    <a:pt x="1163" y="456"/>
                    <a:pt x="1139" y="373"/>
                  </a:cubicBezTo>
                  <a:cubicBezTo>
                    <a:pt x="1103" y="290"/>
                    <a:pt x="1056" y="207"/>
                    <a:pt x="973" y="172"/>
                  </a:cubicBezTo>
                  <a:cubicBezTo>
                    <a:pt x="890" y="124"/>
                    <a:pt x="783" y="136"/>
                    <a:pt x="700" y="89"/>
                  </a:cubicBezTo>
                  <a:cubicBezTo>
                    <a:pt x="664" y="65"/>
                    <a:pt x="629" y="17"/>
                    <a:pt x="581" y="6"/>
                  </a:cubicBezTo>
                  <a:cubicBezTo>
                    <a:pt x="569" y="2"/>
                    <a:pt x="556" y="0"/>
                    <a:pt x="543" y="0"/>
                  </a:cubicBezTo>
                  <a:close/>
                </a:path>
              </a:pathLst>
            </a:custGeom>
            <a:solidFill>
              <a:srgbClr val="885D39">
                <a:alpha val="42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72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72"/>
          <p:cNvSpPr txBox="1"/>
          <p:nvPr>
            <p:ph type="ctrTitle"/>
          </p:nvPr>
        </p:nvSpPr>
        <p:spPr>
          <a:xfrm>
            <a:off x="713225" y="875949"/>
            <a:ext cx="4280400" cy="25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742" name="Google Shape;742;p72"/>
          <p:cNvSpPr txBox="1"/>
          <p:nvPr>
            <p:ph idx="1" type="subTitle"/>
          </p:nvPr>
        </p:nvSpPr>
        <p:spPr>
          <a:xfrm>
            <a:off x="713225" y="3594081"/>
            <a:ext cx="4280400" cy="4758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73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73"/>
          <p:cNvSpPr txBox="1"/>
          <p:nvPr>
            <p:ph type="title"/>
          </p:nvPr>
        </p:nvSpPr>
        <p:spPr>
          <a:xfrm>
            <a:off x="713225" y="2409063"/>
            <a:ext cx="4636500" cy="8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46" name="Google Shape;746;p73"/>
          <p:cNvSpPr txBox="1"/>
          <p:nvPr>
            <p:ph hasCustomPrompt="1" idx="2" type="title"/>
          </p:nvPr>
        </p:nvSpPr>
        <p:spPr>
          <a:xfrm>
            <a:off x="713225" y="1387763"/>
            <a:ext cx="1652100" cy="915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7" name="Google Shape;747;p73"/>
          <p:cNvSpPr txBox="1"/>
          <p:nvPr>
            <p:ph idx="1" type="subTitle"/>
          </p:nvPr>
        </p:nvSpPr>
        <p:spPr>
          <a:xfrm>
            <a:off x="713225" y="3280238"/>
            <a:ext cx="46365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74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7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51" name="Google Shape;751;p74"/>
          <p:cNvSpPr txBox="1"/>
          <p:nvPr>
            <p:ph idx="1" type="body"/>
          </p:nvPr>
        </p:nvSpPr>
        <p:spPr>
          <a:xfrm>
            <a:off x="720000" y="1215750"/>
            <a:ext cx="6887400" cy="11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75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7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55" name="Google Shape;755;p75"/>
          <p:cNvSpPr txBox="1"/>
          <p:nvPr>
            <p:ph idx="1" type="subTitle"/>
          </p:nvPr>
        </p:nvSpPr>
        <p:spPr>
          <a:xfrm>
            <a:off x="5055275" y="36190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56" name="Google Shape;756;p75"/>
          <p:cNvSpPr txBox="1"/>
          <p:nvPr>
            <p:ph idx="2" type="subTitle"/>
          </p:nvPr>
        </p:nvSpPr>
        <p:spPr>
          <a:xfrm>
            <a:off x="1583075" y="36190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57" name="Google Shape;757;p75"/>
          <p:cNvSpPr txBox="1"/>
          <p:nvPr>
            <p:ph idx="3" type="subTitle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758" name="Google Shape;758;p75"/>
          <p:cNvSpPr txBox="1"/>
          <p:nvPr>
            <p:ph idx="4" type="subTitle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76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7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77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77"/>
          <p:cNvSpPr txBox="1"/>
          <p:nvPr>
            <p:ph type="title"/>
          </p:nvPr>
        </p:nvSpPr>
        <p:spPr>
          <a:xfrm>
            <a:off x="3644018" y="921738"/>
            <a:ext cx="4450500" cy="12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65" name="Google Shape;765;p77"/>
          <p:cNvSpPr txBox="1"/>
          <p:nvPr>
            <p:ph idx="1" type="subTitle"/>
          </p:nvPr>
        </p:nvSpPr>
        <p:spPr>
          <a:xfrm>
            <a:off x="3644018" y="2099563"/>
            <a:ext cx="4450500" cy="21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78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78"/>
          <p:cNvSpPr txBox="1"/>
          <p:nvPr>
            <p:ph type="title"/>
          </p:nvPr>
        </p:nvSpPr>
        <p:spPr>
          <a:xfrm>
            <a:off x="713225" y="1307100"/>
            <a:ext cx="42837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79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79"/>
          <p:cNvSpPr txBox="1"/>
          <p:nvPr>
            <p:ph type="title"/>
          </p:nvPr>
        </p:nvSpPr>
        <p:spPr>
          <a:xfrm>
            <a:off x="3433325" y="1655500"/>
            <a:ext cx="49974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72" name="Google Shape;772;p79"/>
          <p:cNvSpPr txBox="1"/>
          <p:nvPr>
            <p:ph idx="1" type="subTitle"/>
          </p:nvPr>
        </p:nvSpPr>
        <p:spPr>
          <a:xfrm>
            <a:off x="3433325" y="2816925"/>
            <a:ext cx="4997400" cy="6711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8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775" name="Google Shape;775;p8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81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81"/>
          <p:cNvSpPr txBox="1"/>
          <p:nvPr>
            <p:ph hasCustomPrompt="1" type="title"/>
          </p:nvPr>
        </p:nvSpPr>
        <p:spPr>
          <a:xfrm>
            <a:off x="713225" y="1779350"/>
            <a:ext cx="4918200" cy="108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79" name="Google Shape;779;p81"/>
          <p:cNvSpPr txBox="1"/>
          <p:nvPr>
            <p:ph idx="1" type="subTitle"/>
          </p:nvPr>
        </p:nvSpPr>
        <p:spPr>
          <a:xfrm>
            <a:off x="713225" y="2867050"/>
            <a:ext cx="49182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83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8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84" name="Google Shape;784;p83"/>
          <p:cNvSpPr txBox="1"/>
          <p:nvPr>
            <p:ph idx="1" type="subTitle"/>
          </p:nvPr>
        </p:nvSpPr>
        <p:spPr>
          <a:xfrm>
            <a:off x="720000" y="2285397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5" name="Google Shape;785;p83"/>
          <p:cNvSpPr txBox="1"/>
          <p:nvPr>
            <p:ph idx="2" type="subTitle"/>
          </p:nvPr>
        </p:nvSpPr>
        <p:spPr>
          <a:xfrm>
            <a:off x="3346528" y="2285397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6" name="Google Shape;786;p83"/>
          <p:cNvSpPr txBox="1"/>
          <p:nvPr>
            <p:ph idx="3" type="subTitle"/>
          </p:nvPr>
        </p:nvSpPr>
        <p:spPr>
          <a:xfrm>
            <a:off x="720000" y="4018576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7" name="Google Shape;787;p83"/>
          <p:cNvSpPr txBox="1"/>
          <p:nvPr>
            <p:ph idx="4" type="subTitle"/>
          </p:nvPr>
        </p:nvSpPr>
        <p:spPr>
          <a:xfrm>
            <a:off x="3346528" y="4018576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8" name="Google Shape;788;p83"/>
          <p:cNvSpPr txBox="1"/>
          <p:nvPr>
            <p:ph idx="5" type="subTitle"/>
          </p:nvPr>
        </p:nvSpPr>
        <p:spPr>
          <a:xfrm>
            <a:off x="5973063" y="2285397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9" name="Google Shape;789;p83"/>
          <p:cNvSpPr txBox="1"/>
          <p:nvPr>
            <p:ph idx="6" type="subTitle"/>
          </p:nvPr>
        </p:nvSpPr>
        <p:spPr>
          <a:xfrm>
            <a:off x="5973063" y="4018576"/>
            <a:ext cx="245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0" name="Google Shape;790;p83"/>
          <p:cNvSpPr txBox="1"/>
          <p:nvPr>
            <p:ph hasCustomPrompt="1" idx="7" type="title"/>
          </p:nvPr>
        </p:nvSpPr>
        <p:spPr>
          <a:xfrm>
            <a:off x="720000" y="1408225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1" name="Google Shape;791;p83"/>
          <p:cNvSpPr txBox="1"/>
          <p:nvPr>
            <p:ph hasCustomPrompt="1" idx="8" type="title"/>
          </p:nvPr>
        </p:nvSpPr>
        <p:spPr>
          <a:xfrm>
            <a:off x="720000" y="3140819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2" name="Google Shape;792;p83"/>
          <p:cNvSpPr txBox="1"/>
          <p:nvPr>
            <p:ph hasCustomPrompt="1" idx="9" type="title"/>
          </p:nvPr>
        </p:nvSpPr>
        <p:spPr>
          <a:xfrm>
            <a:off x="3346528" y="1408225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3" name="Google Shape;793;p83"/>
          <p:cNvSpPr txBox="1"/>
          <p:nvPr>
            <p:ph hasCustomPrompt="1" idx="13" type="title"/>
          </p:nvPr>
        </p:nvSpPr>
        <p:spPr>
          <a:xfrm>
            <a:off x="3346528" y="3140819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4" name="Google Shape;794;p83"/>
          <p:cNvSpPr txBox="1"/>
          <p:nvPr>
            <p:ph hasCustomPrompt="1" idx="14" type="title"/>
          </p:nvPr>
        </p:nvSpPr>
        <p:spPr>
          <a:xfrm>
            <a:off x="5973063" y="1408225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5" name="Google Shape;795;p83"/>
          <p:cNvSpPr txBox="1"/>
          <p:nvPr>
            <p:ph hasCustomPrompt="1" idx="15" type="title"/>
          </p:nvPr>
        </p:nvSpPr>
        <p:spPr>
          <a:xfrm>
            <a:off x="5973063" y="3140819"/>
            <a:ext cx="7809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6" name="Google Shape;796;p83"/>
          <p:cNvSpPr txBox="1"/>
          <p:nvPr>
            <p:ph idx="16" type="subTitle"/>
          </p:nvPr>
        </p:nvSpPr>
        <p:spPr>
          <a:xfrm>
            <a:off x="720000" y="189605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797" name="Google Shape;797;p83"/>
          <p:cNvSpPr txBox="1"/>
          <p:nvPr>
            <p:ph idx="17" type="subTitle"/>
          </p:nvPr>
        </p:nvSpPr>
        <p:spPr>
          <a:xfrm>
            <a:off x="3346528" y="189605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798" name="Google Shape;798;p83"/>
          <p:cNvSpPr txBox="1"/>
          <p:nvPr>
            <p:ph idx="18" type="subTitle"/>
          </p:nvPr>
        </p:nvSpPr>
        <p:spPr>
          <a:xfrm>
            <a:off x="5973063" y="189605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799" name="Google Shape;799;p83"/>
          <p:cNvSpPr txBox="1"/>
          <p:nvPr>
            <p:ph idx="19" type="subTitle"/>
          </p:nvPr>
        </p:nvSpPr>
        <p:spPr>
          <a:xfrm>
            <a:off x="720000" y="362871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00" name="Google Shape;800;p83"/>
          <p:cNvSpPr txBox="1"/>
          <p:nvPr>
            <p:ph idx="20" type="subTitle"/>
          </p:nvPr>
        </p:nvSpPr>
        <p:spPr>
          <a:xfrm>
            <a:off x="3346528" y="362871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01" name="Google Shape;801;p83"/>
          <p:cNvSpPr txBox="1"/>
          <p:nvPr>
            <p:ph idx="21" type="subTitle"/>
          </p:nvPr>
        </p:nvSpPr>
        <p:spPr>
          <a:xfrm>
            <a:off x="5973063" y="3628714"/>
            <a:ext cx="24510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84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84"/>
          <p:cNvSpPr txBox="1"/>
          <p:nvPr>
            <p:ph type="title"/>
          </p:nvPr>
        </p:nvSpPr>
        <p:spPr>
          <a:xfrm>
            <a:off x="4429368" y="3467775"/>
            <a:ext cx="40014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5" name="Google Shape;805;p84"/>
          <p:cNvSpPr txBox="1"/>
          <p:nvPr>
            <p:ph idx="1" type="subTitle"/>
          </p:nvPr>
        </p:nvSpPr>
        <p:spPr>
          <a:xfrm>
            <a:off x="4429350" y="1013925"/>
            <a:ext cx="4001400" cy="234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85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85"/>
          <p:cNvSpPr txBox="1"/>
          <p:nvPr>
            <p:ph type="title"/>
          </p:nvPr>
        </p:nvSpPr>
        <p:spPr>
          <a:xfrm>
            <a:off x="720000" y="1255350"/>
            <a:ext cx="4273500" cy="175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09" name="Google Shape;809;p85"/>
          <p:cNvSpPr txBox="1"/>
          <p:nvPr>
            <p:ph idx="1" type="subTitle"/>
          </p:nvPr>
        </p:nvSpPr>
        <p:spPr>
          <a:xfrm>
            <a:off x="720000" y="3010350"/>
            <a:ext cx="42735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0" name="Google Shape;810;p85"/>
          <p:cNvSpPr/>
          <p:nvPr>
            <p:ph idx="2" type="pic"/>
          </p:nvPr>
        </p:nvSpPr>
        <p:spPr>
          <a:xfrm>
            <a:off x="5273100" y="533863"/>
            <a:ext cx="2910000" cy="4075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86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86"/>
          <p:cNvSpPr txBox="1"/>
          <p:nvPr>
            <p:ph type="title"/>
          </p:nvPr>
        </p:nvSpPr>
        <p:spPr>
          <a:xfrm>
            <a:off x="720000" y="1637550"/>
            <a:ext cx="39375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14" name="Google Shape;814;p86"/>
          <p:cNvSpPr txBox="1"/>
          <p:nvPr>
            <p:ph idx="1" type="subTitle"/>
          </p:nvPr>
        </p:nvSpPr>
        <p:spPr>
          <a:xfrm>
            <a:off x="720000" y="2700750"/>
            <a:ext cx="39375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87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87"/>
          <p:cNvSpPr txBox="1"/>
          <p:nvPr>
            <p:ph type="title"/>
          </p:nvPr>
        </p:nvSpPr>
        <p:spPr>
          <a:xfrm>
            <a:off x="4148250" y="1864400"/>
            <a:ext cx="3896100" cy="6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18" name="Google Shape;818;p87"/>
          <p:cNvSpPr txBox="1"/>
          <p:nvPr>
            <p:ph idx="1" type="subTitle"/>
          </p:nvPr>
        </p:nvSpPr>
        <p:spPr>
          <a:xfrm>
            <a:off x="4148425" y="2562000"/>
            <a:ext cx="3896100" cy="9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"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88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88"/>
          <p:cNvSpPr txBox="1"/>
          <p:nvPr>
            <p:ph type="title"/>
          </p:nvPr>
        </p:nvSpPr>
        <p:spPr>
          <a:xfrm>
            <a:off x="1192713" y="1830613"/>
            <a:ext cx="4020600" cy="6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22" name="Google Shape;822;p88"/>
          <p:cNvSpPr txBox="1"/>
          <p:nvPr>
            <p:ph idx="1" type="subTitle"/>
          </p:nvPr>
        </p:nvSpPr>
        <p:spPr>
          <a:xfrm>
            <a:off x="1192713" y="2507688"/>
            <a:ext cx="40206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89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8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26" name="Google Shape;826;p89"/>
          <p:cNvSpPr txBox="1"/>
          <p:nvPr>
            <p:ph idx="1" type="subTitle"/>
          </p:nvPr>
        </p:nvSpPr>
        <p:spPr>
          <a:xfrm>
            <a:off x="4974075" y="3057025"/>
            <a:ext cx="3022800" cy="11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7" name="Google Shape;827;p89"/>
          <p:cNvSpPr txBox="1"/>
          <p:nvPr>
            <p:ph idx="2" type="subTitle"/>
          </p:nvPr>
        </p:nvSpPr>
        <p:spPr>
          <a:xfrm>
            <a:off x="1147126" y="3057025"/>
            <a:ext cx="3022800" cy="11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8" name="Google Shape;828;p89"/>
          <p:cNvSpPr txBox="1"/>
          <p:nvPr>
            <p:ph idx="3" type="subTitle"/>
          </p:nvPr>
        </p:nvSpPr>
        <p:spPr>
          <a:xfrm>
            <a:off x="1147124" y="2498125"/>
            <a:ext cx="30228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29" name="Google Shape;829;p89"/>
          <p:cNvSpPr txBox="1"/>
          <p:nvPr>
            <p:ph idx="4" type="subTitle"/>
          </p:nvPr>
        </p:nvSpPr>
        <p:spPr>
          <a:xfrm>
            <a:off x="4974076" y="2498125"/>
            <a:ext cx="30228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90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9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33" name="Google Shape;833;p90"/>
          <p:cNvSpPr txBox="1"/>
          <p:nvPr>
            <p:ph idx="1" type="subTitle"/>
          </p:nvPr>
        </p:nvSpPr>
        <p:spPr>
          <a:xfrm>
            <a:off x="4832078" y="1820025"/>
            <a:ext cx="3254100" cy="21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4" name="Google Shape;834;p90"/>
          <p:cNvSpPr txBox="1"/>
          <p:nvPr>
            <p:ph idx="2" type="subTitle"/>
          </p:nvPr>
        </p:nvSpPr>
        <p:spPr>
          <a:xfrm>
            <a:off x="1057900" y="1820025"/>
            <a:ext cx="3254100" cy="21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_1_1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91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9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38" name="Google Shape;838;p91"/>
          <p:cNvSpPr txBox="1"/>
          <p:nvPr>
            <p:ph idx="1" type="body"/>
          </p:nvPr>
        </p:nvSpPr>
        <p:spPr>
          <a:xfrm>
            <a:off x="720000" y="1215750"/>
            <a:ext cx="37116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839" name="Google Shape;839;p91"/>
          <p:cNvSpPr txBox="1"/>
          <p:nvPr>
            <p:ph idx="2" type="body"/>
          </p:nvPr>
        </p:nvSpPr>
        <p:spPr>
          <a:xfrm>
            <a:off x="4712400" y="1215750"/>
            <a:ext cx="37116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Montserrat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92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9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43" name="Google Shape;843;p92"/>
          <p:cNvSpPr txBox="1"/>
          <p:nvPr>
            <p:ph idx="1" type="subTitle"/>
          </p:nvPr>
        </p:nvSpPr>
        <p:spPr>
          <a:xfrm>
            <a:off x="713225" y="3068601"/>
            <a:ext cx="2553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4" name="Google Shape;844;p92"/>
          <p:cNvSpPr txBox="1"/>
          <p:nvPr>
            <p:ph idx="2" type="subTitle"/>
          </p:nvPr>
        </p:nvSpPr>
        <p:spPr>
          <a:xfrm>
            <a:off x="3295007" y="3068601"/>
            <a:ext cx="2553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5" name="Google Shape;845;p92"/>
          <p:cNvSpPr txBox="1"/>
          <p:nvPr>
            <p:ph idx="3" type="subTitle"/>
          </p:nvPr>
        </p:nvSpPr>
        <p:spPr>
          <a:xfrm>
            <a:off x="5876797" y="3068601"/>
            <a:ext cx="25539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6" name="Google Shape;846;p92"/>
          <p:cNvSpPr txBox="1"/>
          <p:nvPr>
            <p:ph idx="4" type="subTitle"/>
          </p:nvPr>
        </p:nvSpPr>
        <p:spPr>
          <a:xfrm>
            <a:off x="713225" y="2408600"/>
            <a:ext cx="25539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47" name="Google Shape;847;p92"/>
          <p:cNvSpPr txBox="1"/>
          <p:nvPr>
            <p:ph idx="5" type="subTitle"/>
          </p:nvPr>
        </p:nvSpPr>
        <p:spPr>
          <a:xfrm>
            <a:off x="3295011" y="2408600"/>
            <a:ext cx="25539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48" name="Google Shape;848;p92"/>
          <p:cNvSpPr txBox="1"/>
          <p:nvPr>
            <p:ph idx="6" type="subTitle"/>
          </p:nvPr>
        </p:nvSpPr>
        <p:spPr>
          <a:xfrm>
            <a:off x="5876798" y="2408600"/>
            <a:ext cx="25539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93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9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52" name="Google Shape;852;p93"/>
          <p:cNvSpPr txBox="1"/>
          <p:nvPr>
            <p:ph idx="1" type="subTitle"/>
          </p:nvPr>
        </p:nvSpPr>
        <p:spPr>
          <a:xfrm>
            <a:off x="1654375" y="1919100"/>
            <a:ext cx="27957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3" name="Google Shape;853;p93"/>
          <p:cNvSpPr txBox="1"/>
          <p:nvPr>
            <p:ph idx="2" type="subTitle"/>
          </p:nvPr>
        </p:nvSpPr>
        <p:spPr>
          <a:xfrm>
            <a:off x="5599130" y="1919100"/>
            <a:ext cx="27957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4" name="Google Shape;854;p93"/>
          <p:cNvSpPr txBox="1"/>
          <p:nvPr>
            <p:ph idx="3" type="subTitle"/>
          </p:nvPr>
        </p:nvSpPr>
        <p:spPr>
          <a:xfrm>
            <a:off x="1654375" y="3561975"/>
            <a:ext cx="27957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5" name="Google Shape;855;p93"/>
          <p:cNvSpPr txBox="1"/>
          <p:nvPr>
            <p:ph idx="4" type="subTitle"/>
          </p:nvPr>
        </p:nvSpPr>
        <p:spPr>
          <a:xfrm>
            <a:off x="5599130" y="3561975"/>
            <a:ext cx="27957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6" name="Google Shape;856;p93"/>
          <p:cNvSpPr txBox="1"/>
          <p:nvPr>
            <p:ph idx="5" type="subTitle"/>
          </p:nvPr>
        </p:nvSpPr>
        <p:spPr>
          <a:xfrm>
            <a:off x="1654375" y="1489700"/>
            <a:ext cx="2795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57" name="Google Shape;857;p93"/>
          <p:cNvSpPr txBox="1"/>
          <p:nvPr>
            <p:ph idx="6" type="subTitle"/>
          </p:nvPr>
        </p:nvSpPr>
        <p:spPr>
          <a:xfrm>
            <a:off x="1654375" y="3132675"/>
            <a:ext cx="2795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58" name="Google Shape;858;p93"/>
          <p:cNvSpPr txBox="1"/>
          <p:nvPr>
            <p:ph idx="7" type="subTitle"/>
          </p:nvPr>
        </p:nvSpPr>
        <p:spPr>
          <a:xfrm>
            <a:off x="5599125" y="1489700"/>
            <a:ext cx="2795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59" name="Google Shape;859;p93"/>
          <p:cNvSpPr txBox="1"/>
          <p:nvPr>
            <p:ph idx="8" type="subTitle"/>
          </p:nvPr>
        </p:nvSpPr>
        <p:spPr>
          <a:xfrm>
            <a:off x="5599125" y="3132675"/>
            <a:ext cx="27957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11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94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9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63" name="Google Shape;863;p94"/>
          <p:cNvSpPr txBox="1"/>
          <p:nvPr>
            <p:ph idx="1" type="subTitle"/>
          </p:nvPr>
        </p:nvSpPr>
        <p:spPr>
          <a:xfrm>
            <a:off x="2093686" y="2225401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4" name="Google Shape;864;p94"/>
          <p:cNvSpPr txBox="1"/>
          <p:nvPr>
            <p:ph idx="2" type="subTitle"/>
          </p:nvPr>
        </p:nvSpPr>
        <p:spPr>
          <a:xfrm>
            <a:off x="4841308" y="2225401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5" name="Google Shape;865;p94"/>
          <p:cNvSpPr txBox="1"/>
          <p:nvPr>
            <p:ph idx="3" type="subTitle"/>
          </p:nvPr>
        </p:nvSpPr>
        <p:spPr>
          <a:xfrm>
            <a:off x="719875" y="3817394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6" name="Google Shape;866;p94"/>
          <p:cNvSpPr txBox="1"/>
          <p:nvPr>
            <p:ph idx="4" type="subTitle"/>
          </p:nvPr>
        </p:nvSpPr>
        <p:spPr>
          <a:xfrm>
            <a:off x="3467497" y="3817394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7" name="Google Shape;867;p94"/>
          <p:cNvSpPr txBox="1"/>
          <p:nvPr>
            <p:ph idx="5" type="subTitle"/>
          </p:nvPr>
        </p:nvSpPr>
        <p:spPr>
          <a:xfrm>
            <a:off x="6215119" y="3817394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8" name="Google Shape;868;p94"/>
          <p:cNvSpPr txBox="1"/>
          <p:nvPr>
            <p:ph idx="6" type="subTitle"/>
          </p:nvPr>
        </p:nvSpPr>
        <p:spPr>
          <a:xfrm>
            <a:off x="2094675" y="1409075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69" name="Google Shape;869;p94"/>
          <p:cNvSpPr txBox="1"/>
          <p:nvPr>
            <p:ph idx="7" type="subTitle"/>
          </p:nvPr>
        </p:nvSpPr>
        <p:spPr>
          <a:xfrm>
            <a:off x="4842299" y="1409075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70" name="Google Shape;870;p94"/>
          <p:cNvSpPr txBox="1"/>
          <p:nvPr>
            <p:ph idx="8" type="subTitle"/>
          </p:nvPr>
        </p:nvSpPr>
        <p:spPr>
          <a:xfrm>
            <a:off x="720875" y="3001069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71" name="Google Shape;871;p94"/>
          <p:cNvSpPr txBox="1"/>
          <p:nvPr>
            <p:ph idx="9" type="subTitle"/>
          </p:nvPr>
        </p:nvSpPr>
        <p:spPr>
          <a:xfrm>
            <a:off x="3468499" y="3001069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72" name="Google Shape;872;p94"/>
          <p:cNvSpPr txBox="1"/>
          <p:nvPr>
            <p:ph idx="13" type="subTitle"/>
          </p:nvPr>
        </p:nvSpPr>
        <p:spPr>
          <a:xfrm>
            <a:off x="6216123" y="3001069"/>
            <a:ext cx="2206800" cy="9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95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9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76" name="Google Shape;876;p95"/>
          <p:cNvSpPr txBox="1"/>
          <p:nvPr>
            <p:ph idx="1" type="subTitle"/>
          </p:nvPr>
        </p:nvSpPr>
        <p:spPr>
          <a:xfrm>
            <a:off x="720000" y="1959325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7" name="Google Shape;877;p95"/>
          <p:cNvSpPr txBox="1"/>
          <p:nvPr>
            <p:ph idx="2" type="subTitle"/>
          </p:nvPr>
        </p:nvSpPr>
        <p:spPr>
          <a:xfrm>
            <a:off x="3467622" y="1959325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8" name="Google Shape;878;p95"/>
          <p:cNvSpPr txBox="1"/>
          <p:nvPr>
            <p:ph idx="3" type="subTitle"/>
          </p:nvPr>
        </p:nvSpPr>
        <p:spPr>
          <a:xfrm>
            <a:off x="720000" y="3465750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9" name="Google Shape;879;p95"/>
          <p:cNvSpPr txBox="1"/>
          <p:nvPr>
            <p:ph idx="4" type="subTitle"/>
          </p:nvPr>
        </p:nvSpPr>
        <p:spPr>
          <a:xfrm>
            <a:off x="3467622" y="3465750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0" name="Google Shape;880;p95"/>
          <p:cNvSpPr txBox="1"/>
          <p:nvPr>
            <p:ph idx="5" type="subTitle"/>
          </p:nvPr>
        </p:nvSpPr>
        <p:spPr>
          <a:xfrm>
            <a:off x="6215244" y="1959325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1" name="Google Shape;881;p95"/>
          <p:cNvSpPr txBox="1"/>
          <p:nvPr>
            <p:ph idx="6" type="subTitle"/>
          </p:nvPr>
        </p:nvSpPr>
        <p:spPr>
          <a:xfrm>
            <a:off x="6215244" y="3465750"/>
            <a:ext cx="22089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2" name="Google Shape;882;p95"/>
          <p:cNvSpPr txBox="1"/>
          <p:nvPr>
            <p:ph idx="7" type="subTitle"/>
          </p:nvPr>
        </p:nvSpPr>
        <p:spPr>
          <a:xfrm>
            <a:off x="721001" y="15804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83" name="Google Shape;883;p95"/>
          <p:cNvSpPr txBox="1"/>
          <p:nvPr>
            <p:ph idx="8" type="subTitle"/>
          </p:nvPr>
        </p:nvSpPr>
        <p:spPr>
          <a:xfrm>
            <a:off x="3468623" y="15804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84" name="Google Shape;884;p95"/>
          <p:cNvSpPr txBox="1"/>
          <p:nvPr>
            <p:ph idx="9" type="subTitle"/>
          </p:nvPr>
        </p:nvSpPr>
        <p:spPr>
          <a:xfrm>
            <a:off x="6216245" y="15804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85" name="Google Shape;885;p95"/>
          <p:cNvSpPr txBox="1"/>
          <p:nvPr>
            <p:ph idx="13" type="subTitle"/>
          </p:nvPr>
        </p:nvSpPr>
        <p:spPr>
          <a:xfrm>
            <a:off x="721001" y="30868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86" name="Google Shape;886;p95"/>
          <p:cNvSpPr txBox="1"/>
          <p:nvPr>
            <p:ph idx="14" type="subTitle"/>
          </p:nvPr>
        </p:nvSpPr>
        <p:spPr>
          <a:xfrm>
            <a:off x="3468623" y="30868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  <p:sp>
        <p:nvSpPr>
          <p:cNvPr id="887" name="Google Shape;887;p95"/>
          <p:cNvSpPr txBox="1"/>
          <p:nvPr>
            <p:ph idx="15" type="subTitle"/>
          </p:nvPr>
        </p:nvSpPr>
        <p:spPr>
          <a:xfrm>
            <a:off x="6216245" y="3086800"/>
            <a:ext cx="22068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 sz="22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96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96"/>
          <p:cNvSpPr txBox="1"/>
          <p:nvPr>
            <p:ph hasCustomPrompt="1" type="title"/>
          </p:nvPr>
        </p:nvSpPr>
        <p:spPr>
          <a:xfrm>
            <a:off x="3850600" y="575625"/>
            <a:ext cx="45801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91" name="Google Shape;891;p96"/>
          <p:cNvSpPr txBox="1"/>
          <p:nvPr>
            <p:ph idx="1" type="subTitle"/>
          </p:nvPr>
        </p:nvSpPr>
        <p:spPr>
          <a:xfrm>
            <a:off x="3850600" y="1264549"/>
            <a:ext cx="45801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2" name="Google Shape;892;p96"/>
          <p:cNvSpPr txBox="1"/>
          <p:nvPr>
            <p:ph hasCustomPrompt="1" idx="2" type="title"/>
          </p:nvPr>
        </p:nvSpPr>
        <p:spPr>
          <a:xfrm>
            <a:off x="3850600" y="1927888"/>
            <a:ext cx="45801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93" name="Google Shape;893;p96"/>
          <p:cNvSpPr txBox="1"/>
          <p:nvPr>
            <p:ph idx="3" type="subTitle"/>
          </p:nvPr>
        </p:nvSpPr>
        <p:spPr>
          <a:xfrm>
            <a:off x="3850600" y="2616812"/>
            <a:ext cx="45801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4" name="Google Shape;894;p96"/>
          <p:cNvSpPr txBox="1"/>
          <p:nvPr>
            <p:ph hasCustomPrompt="1" idx="4" type="title"/>
          </p:nvPr>
        </p:nvSpPr>
        <p:spPr>
          <a:xfrm>
            <a:off x="3850600" y="3280151"/>
            <a:ext cx="45801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95" name="Google Shape;895;p96"/>
          <p:cNvSpPr txBox="1"/>
          <p:nvPr>
            <p:ph idx="5" type="subTitle"/>
          </p:nvPr>
        </p:nvSpPr>
        <p:spPr>
          <a:xfrm>
            <a:off x="3850600" y="3969075"/>
            <a:ext cx="4580100" cy="475500"/>
          </a:xfrm>
          <a:prstGeom prst="rect">
            <a:avLst/>
          </a:prstGeom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97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97"/>
          <p:cNvSpPr txBox="1"/>
          <p:nvPr>
            <p:ph type="title"/>
          </p:nvPr>
        </p:nvSpPr>
        <p:spPr>
          <a:xfrm>
            <a:off x="713225" y="8194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9" name="Google Shape;899;p97"/>
          <p:cNvSpPr txBox="1"/>
          <p:nvPr>
            <p:ph idx="1" type="subTitle"/>
          </p:nvPr>
        </p:nvSpPr>
        <p:spPr>
          <a:xfrm>
            <a:off x="713225" y="18309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0" name="Google Shape;900;p97"/>
          <p:cNvSpPr txBox="1"/>
          <p:nvPr/>
        </p:nvSpPr>
        <p:spPr>
          <a:xfrm>
            <a:off x="713225" y="3450025"/>
            <a:ext cx="41952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12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98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3" name="Google Shape;903;p98"/>
          <p:cNvGrpSpPr/>
          <p:nvPr/>
        </p:nvGrpSpPr>
        <p:grpSpPr>
          <a:xfrm>
            <a:off x="6422987" y="729533"/>
            <a:ext cx="2007405" cy="3684433"/>
            <a:chOff x="6899688" y="1333676"/>
            <a:chExt cx="1531085" cy="2810185"/>
          </a:xfrm>
        </p:grpSpPr>
        <p:sp>
          <p:nvSpPr>
            <p:cNvPr id="904" name="Google Shape;904;p98"/>
            <p:cNvSpPr/>
            <p:nvPr/>
          </p:nvSpPr>
          <p:spPr>
            <a:xfrm>
              <a:off x="6899688" y="4003941"/>
              <a:ext cx="930788" cy="139920"/>
            </a:xfrm>
            <a:custGeom>
              <a:rect b="b" l="l" r="r" t="t"/>
              <a:pathLst>
                <a:path extrusionOk="0" h="2029" w="13498">
                  <a:moveTo>
                    <a:pt x="6749" y="0"/>
                  </a:moveTo>
                  <a:cubicBezTo>
                    <a:pt x="3025" y="0"/>
                    <a:pt x="1" y="451"/>
                    <a:pt x="1" y="1008"/>
                  </a:cubicBezTo>
                  <a:cubicBezTo>
                    <a:pt x="1" y="1578"/>
                    <a:pt x="3025" y="2028"/>
                    <a:pt x="6749" y="2028"/>
                  </a:cubicBezTo>
                  <a:cubicBezTo>
                    <a:pt x="10473" y="2028"/>
                    <a:pt x="13497" y="1578"/>
                    <a:pt x="13497" y="1008"/>
                  </a:cubicBezTo>
                  <a:cubicBezTo>
                    <a:pt x="13497" y="451"/>
                    <a:pt x="10473" y="0"/>
                    <a:pt x="67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98"/>
            <p:cNvSpPr/>
            <p:nvPr/>
          </p:nvSpPr>
          <p:spPr>
            <a:xfrm>
              <a:off x="7702030" y="1333676"/>
              <a:ext cx="728743" cy="1839370"/>
            </a:xfrm>
            <a:custGeom>
              <a:rect b="b" l="l" r="r" t="t"/>
              <a:pathLst>
                <a:path extrusionOk="0" h="26673" w="10568">
                  <a:moveTo>
                    <a:pt x="10567" y="0"/>
                  </a:moveTo>
                  <a:lnTo>
                    <a:pt x="0" y="4412"/>
                  </a:lnTo>
                  <a:lnTo>
                    <a:pt x="0" y="22273"/>
                  </a:lnTo>
                  <a:lnTo>
                    <a:pt x="10567" y="26673"/>
                  </a:lnTo>
                  <a:lnTo>
                    <a:pt x="1056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98"/>
            <p:cNvSpPr/>
            <p:nvPr/>
          </p:nvSpPr>
          <p:spPr>
            <a:xfrm>
              <a:off x="7726510" y="1636272"/>
              <a:ext cx="620824" cy="1135220"/>
            </a:xfrm>
            <a:custGeom>
              <a:rect b="b" l="l" r="r" t="t"/>
              <a:pathLst>
                <a:path extrusionOk="0" h="16462" w="9003">
                  <a:moveTo>
                    <a:pt x="9003" y="0"/>
                  </a:moveTo>
                  <a:lnTo>
                    <a:pt x="1" y="3084"/>
                  </a:lnTo>
                  <a:lnTo>
                    <a:pt x="1" y="13378"/>
                  </a:lnTo>
                  <a:lnTo>
                    <a:pt x="9003" y="16462"/>
                  </a:lnTo>
                  <a:lnTo>
                    <a:pt x="90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07" name="Google Shape;907;p98"/>
            <p:cNvGrpSpPr/>
            <p:nvPr/>
          </p:nvGrpSpPr>
          <p:grpSpPr>
            <a:xfrm>
              <a:off x="7813006" y="2093324"/>
              <a:ext cx="496423" cy="400019"/>
              <a:chOff x="7470194" y="2101380"/>
              <a:chExt cx="441697" cy="355920"/>
            </a:xfrm>
          </p:grpSpPr>
          <p:sp>
            <p:nvSpPr>
              <p:cNvPr id="908" name="Google Shape;908;p98"/>
              <p:cNvSpPr/>
              <p:nvPr/>
            </p:nvSpPr>
            <p:spPr>
              <a:xfrm>
                <a:off x="7470194" y="2128315"/>
                <a:ext cx="40065" cy="256955"/>
              </a:xfrm>
              <a:custGeom>
                <a:rect b="b" l="l" r="r" t="t"/>
                <a:pathLst>
                  <a:path extrusionOk="0" h="4188" w="653">
                    <a:moveTo>
                      <a:pt x="652" y="1"/>
                    </a:moveTo>
                    <a:lnTo>
                      <a:pt x="0" y="48"/>
                    </a:lnTo>
                    <a:lnTo>
                      <a:pt x="0" y="4069"/>
                    </a:lnTo>
                    <a:lnTo>
                      <a:pt x="652" y="4187"/>
                    </a:lnTo>
                    <a:lnTo>
                      <a:pt x="65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98"/>
              <p:cNvSpPr/>
              <p:nvPr/>
            </p:nvSpPr>
            <p:spPr>
              <a:xfrm>
                <a:off x="7526947" y="2124695"/>
                <a:ext cx="44421" cy="271496"/>
              </a:xfrm>
              <a:custGeom>
                <a:rect b="b" l="l" r="r" t="t"/>
                <a:pathLst>
                  <a:path extrusionOk="0" h="4425" w="724">
                    <a:moveTo>
                      <a:pt x="724" y="1"/>
                    </a:moveTo>
                    <a:lnTo>
                      <a:pt x="0" y="48"/>
                    </a:lnTo>
                    <a:lnTo>
                      <a:pt x="0" y="4294"/>
                    </a:lnTo>
                    <a:lnTo>
                      <a:pt x="724" y="4424"/>
                    </a:lnTo>
                    <a:lnTo>
                      <a:pt x="72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98"/>
              <p:cNvSpPr/>
              <p:nvPr/>
            </p:nvSpPr>
            <p:spPr>
              <a:xfrm>
                <a:off x="7590205" y="2119603"/>
                <a:ext cx="50311" cy="288921"/>
              </a:xfrm>
              <a:custGeom>
                <a:rect b="b" l="l" r="r" t="t"/>
                <a:pathLst>
                  <a:path extrusionOk="0" h="4709" w="820">
                    <a:moveTo>
                      <a:pt x="819" y="0"/>
                    </a:moveTo>
                    <a:lnTo>
                      <a:pt x="1" y="60"/>
                    </a:lnTo>
                    <a:lnTo>
                      <a:pt x="1" y="4566"/>
                    </a:lnTo>
                    <a:lnTo>
                      <a:pt x="819" y="4709"/>
                    </a:lnTo>
                    <a:lnTo>
                      <a:pt x="81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98"/>
              <p:cNvSpPr/>
              <p:nvPr/>
            </p:nvSpPr>
            <p:spPr>
              <a:xfrm>
                <a:off x="7661561" y="2114510"/>
                <a:ext cx="57551" cy="308554"/>
              </a:xfrm>
              <a:custGeom>
                <a:rect b="b" l="l" r="r" t="t"/>
                <a:pathLst>
                  <a:path extrusionOk="0" h="5029" w="938">
                    <a:moveTo>
                      <a:pt x="937" y="0"/>
                    </a:moveTo>
                    <a:lnTo>
                      <a:pt x="0" y="60"/>
                    </a:lnTo>
                    <a:lnTo>
                      <a:pt x="0" y="4863"/>
                    </a:lnTo>
                    <a:lnTo>
                      <a:pt x="937" y="5029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98"/>
              <p:cNvSpPr/>
              <p:nvPr/>
            </p:nvSpPr>
            <p:spPr>
              <a:xfrm>
                <a:off x="7743041" y="2107945"/>
                <a:ext cx="65527" cy="331133"/>
              </a:xfrm>
              <a:custGeom>
                <a:rect b="b" l="l" r="r" t="t"/>
                <a:pathLst>
                  <a:path extrusionOk="0" h="5397" w="1068">
                    <a:moveTo>
                      <a:pt x="1068" y="1"/>
                    </a:moveTo>
                    <a:lnTo>
                      <a:pt x="0" y="84"/>
                    </a:lnTo>
                    <a:lnTo>
                      <a:pt x="0" y="5207"/>
                    </a:lnTo>
                    <a:lnTo>
                      <a:pt x="1068" y="5397"/>
                    </a:lnTo>
                    <a:lnTo>
                      <a:pt x="106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98"/>
              <p:cNvSpPr/>
              <p:nvPr/>
            </p:nvSpPr>
            <p:spPr>
              <a:xfrm>
                <a:off x="7836178" y="2101380"/>
                <a:ext cx="75712" cy="355920"/>
              </a:xfrm>
              <a:custGeom>
                <a:rect b="b" l="l" r="r" t="t"/>
                <a:pathLst>
                  <a:path extrusionOk="0" h="5801" w="1234">
                    <a:moveTo>
                      <a:pt x="1234" y="1"/>
                    </a:moveTo>
                    <a:lnTo>
                      <a:pt x="1" y="84"/>
                    </a:lnTo>
                    <a:lnTo>
                      <a:pt x="1" y="5587"/>
                    </a:lnTo>
                    <a:lnTo>
                      <a:pt x="1234" y="5800"/>
                    </a:lnTo>
                    <a:lnTo>
                      <a:pt x="123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4" name="Google Shape;914;p98"/>
            <p:cNvGrpSpPr/>
            <p:nvPr/>
          </p:nvGrpSpPr>
          <p:grpSpPr>
            <a:xfrm>
              <a:off x="7822798" y="2162074"/>
              <a:ext cx="467047" cy="327959"/>
              <a:chOff x="7478906" y="2162552"/>
              <a:chExt cx="415559" cy="291804"/>
            </a:xfrm>
          </p:grpSpPr>
          <p:sp>
            <p:nvSpPr>
              <p:cNvPr id="915" name="Google Shape;915;p98"/>
              <p:cNvSpPr/>
              <p:nvPr/>
            </p:nvSpPr>
            <p:spPr>
              <a:xfrm>
                <a:off x="7478906" y="2262193"/>
                <a:ext cx="21904" cy="121606"/>
              </a:xfrm>
              <a:custGeom>
                <a:rect b="b" l="l" r="r" t="t"/>
                <a:pathLst>
                  <a:path extrusionOk="0" h="1982" w="357">
                    <a:moveTo>
                      <a:pt x="0" y="1"/>
                    </a:moveTo>
                    <a:lnTo>
                      <a:pt x="0" y="1922"/>
                    </a:lnTo>
                    <a:lnTo>
                      <a:pt x="356" y="1982"/>
                    </a:lnTo>
                    <a:lnTo>
                      <a:pt x="356" y="2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98"/>
              <p:cNvSpPr/>
              <p:nvPr/>
            </p:nvSpPr>
            <p:spPr>
              <a:xfrm>
                <a:off x="7536396" y="2210532"/>
                <a:ext cx="24787" cy="184188"/>
              </a:xfrm>
              <a:custGeom>
                <a:rect b="b" l="l" r="r" t="t"/>
                <a:pathLst>
                  <a:path extrusionOk="0" h="3002" w="404">
                    <a:moveTo>
                      <a:pt x="0" y="1"/>
                    </a:moveTo>
                    <a:lnTo>
                      <a:pt x="0" y="2930"/>
                    </a:lnTo>
                    <a:lnTo>
                      <a:pt x="404" y="3001"/>
                    </a:lnTo>
                    <a:lnTo>
                      <a:pt x="404" y="1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98"/>
              <p:cNvSpPr/>
              <p:nvPr/>
            </p:nvSpPr>
            <p:spPr>
              <a:xfrm>
                <a:off x="7601126" y="2306614"/>
                <a:ext cx="27732" cy="100499"/>
              </a:xfrm>
              <a:custGeom>
                <a:rect b="b" l="l" r="r" t="t"/>
                <a:pathLst>
                  <a:path extrusionOk="0" h="1638" w="452">
                    <a:moveTo>
                      <a:pt x="1" y="0"/>
                    </a:moveTo>
                    <a:lnTo>
                      <a:pt x="1" y="1554"/>
                    </a:lnTo>
                    <a:lnTo>
                      <a:pt x="451" y="1637"/>
                    </a:lnTo>
                    <a:lnTo>
                      <a:pt x="451" y="4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98"/>
              <p:cNvSpPr/>
              <p:nvPr/>
            </p:nvSpPr>
            <p:spPr>
              <a:xfrm>
                <a:off x="7673893" y="2250597"/>
                <a:ext cx="32089" cy="170321"/>
              </a:xfrm>
              <a:custGeom>
                <a:rect b="b" l="l" r="r" t="t"/>
                <a:pathLst>
                  <a:path extrusionOk="0" h="2776" w="523">
                    <a:moveTo>
                      <a:pt x="1" y="0"/>
                    </a:moveTo>
                    <a:lnTo>
                      <a:pt x="1" y="2681"/>
                    </a:lnTo>
                    <a:lnTo>
                      <a:pt x="523" y="2775"/>
                    </a:lnTo>
                    <a:lnTo>
                      <a:pt x="523" y="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98"/>
              <p:cNvSpPr/>
              <p:nvPr/>
            </p:nvSpPr>
            <p:spPr>
              <a:xfrm>
                <a:off x="7756846" y="2193107"/>
                <a:ext cx="36445" cy="243089"/>
              </a:xfrm>
              <a:custGeom>
                <a:rect b="b" l="l" r="r" t="t"/>
                <a:pathLst>
                  <a:path extrusionOk="0" h="3962" w="594">
                    <a:moveTo>
                      <a:pt x="594" y="0"/>
                    </a:moveTo>
                    <a:lnTo>
                      <a:pt x="1" y="12"/>
                    </a:lnTo>
                    <a:lnTo>
                      <a:pt x="1" y="3855"/>
                    </a:lnTo>
                    <a:lnTo>
                      <a:pt x="594" y="3961"/>
                    </a:lnTo>
                    <a:lnTo>
                      <a:pt x="59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98"/>
              <p:cNvSpPr/>
              <p:nvPr/>
            </p:nvSpPr>
            <p:spPr>
              <a:xfrm>
                <a:off x="7852192" y="2162552"/>
                <a:ext cx="42274" cy="291804"/>
              </a:xfrm>
              <a:custGeom>
                <a:rect b="b" l="l" r="r" t="t"/>
                <a:pathLst>
                  <a:path extrusionOk="0" h="4756" w="689">
                    <a:moveTo>
                      <a:pt x="688" y="0"/>
                    </a:moveTo>
                    <a:lnTo>
                      <a:pt x="0" y="24"/>
                    </a:lnTo>
                    <a:lnTo>
                      <a:pt x="0" y="4637"/>
                    </a:lnTo>
                    <a:lnTo>
                      <a:pt x="688" y="4756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1" name="Google Shape;921;p98"/>
            <p:cNvGrpSpPr/>
            <p:nvPr/>
          </p:nvGrpSpPr>
          <p:grpSpPr>
            <a:xfrm>
              <a:off x="7805628" y="1868385"/>
              <a:ext cx="510352" cy="124468"/>
              <a:chOff x="7463629" y="1901239"/>
              <a:chExt cx="454090" cy="110747"/>
            </a:xfrm>
          </p:grpSpPr>
          <p:sp>
            <p:nvSpPr>
              <p:cNvPr id="922" name="Google Shape;922;p98"/>
              <p:cNvSpPr/>
              <p:nvPr/>
            </p:nvSpPr>
            <p:spPr>
              <a:xfrm>
                <a:off x="7463629" y="1988547"/>
                <a:ext cx="30616" cy="23438"/>
              </a:xfrm>
              <a:custGeom>
                <a:rect b="b" l="l" r="r" t="t"/>
                <a:pathLst>
                  <a:path extrusionOk="0" h="382" w="499">
                    <a:moveTo>
                      <a:pt x="447" y="0"/>
                    </a:moveTo>
                    <a:cubicBezTo>
                      <a:pt x="444" y="0"/>
                      <a:pt x="442" y="1"/>
                      <a:pt x="439" y="2"/>
                    </a:cubicBezTo>
                    <a:lnTo>
                      <a:pt x="60" y="85"/>
                    </a:lnTo>
                    <a:cubicBezTo>
                      <a:pt x="24" y="85"/>
                      <a:pt x="0" y="156"/>
                      <a:pt x="0" y="239"/>
                    </a:cubicBezTo>
                    <a:cubicBezTo>
                      <a:pt x="0" y="322"/>
                      <a:pt x="24" y="381"/>
                      <a:pt x="60" y="381"/>
                    </a:cubicBezTo>
                    <a:lnTo>
                      <a:pt x="439" y="310"/>
                    </a:lnTo>
                    <a:cubicBezTo>
                      <a:pt x="475" y="298"/>
                      <a:pt x="498" y="227"/>
                      <a:pt x="498" y="144"/>
                    </a:cubicBezTo>
                    <a:cubicBezTo>
                      <a:pt x="498" y="67"/>
                      <a:pt x="478" y="0"/>
                      <a:pt x="4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98"/>
              <p:cNvSpPr/>
              <p:nvPr/>
            </p:nvSpPr>
            <p:spPr>
              <a:xfrm>
                <a:off x="7512345" y="1977688"/>
                <a:ext cx="34297" cy="24910"/>
              </a:xfrm>
              <a:custGeom>
                <a:rect b="b" l="l" r="r" t="t"/>
                <a:pathLst>
                  <a:path extrusionOk="0" h="406" w="559">
                    <a:moveTo>
                      <a:pt x="487" y="1"/>
                    </a:moveTo>
                    <a:lnTo>
                      <a:pt x="72" y="96"/>
                    </a:lnTo>
                    <a:cubicBezTo>
                      <a:pt x="37" y="96"/>
                      <a:pt x="1" y="179"/>
                      <a:pt x="1" y="262"/>
                    </a:cubicBezTo>
                    <a:cubicBezTo>
                      <a:pt x="1" y="339"/>
                      <a:pt x="31" y="405"/>
                      <a:pt x="64" y="405"/>
                    </a:cubicBezTo>
                    <a:cubicBezTo>
                      <a:pt x="67" y="405"/>
                      <a:pt x="69" y="405"/>
                      <a:pt x="72" y="404"/>
                    </a:cubicBezTo>
                    <a:lnTo>
                      <a:pt x="487" y="321"/>
                    </a:lnTo>
                    <a:cubicBezTo>
                      <a:pt x="535" y="321"/>
                      <a:pt x="558" y="238"/>
                      <a:pt x="558" y="155"/>
                    </a:cubicBezTo>
                    <a:lnTo>
                      <a:pt x="558" y="143"/>
                    </a:lnTo>
                    <a:cubicBezTo>
                      <a:pt x="558" y="60"/>
                      <a:pt x="535" y="1"/>
                      <a:pt x="4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98"/>
              <p:cNvSpPr/>
              <p:nvPr/>
            </p:nvSpPr>
            <p:spPr>
              <a:xfrm>
                <a:off x="7566951" y="1965969"/>
                <a:ext cx="37917" cy="26383"/>
              </a:xfrm>
              <a:custGeom>
                <a:rect b="b" l="l" r="r" t="t"/>
                <a:pathLst>
                  <a:path extrusionOk="0" h="430" w="618">
                    <a:moveTo>
                      <a:pt x="556" y="1"/>
                    </a:moveTo>
                    <a:cubicBezTo>
                      <a:pt x="553" y="1"/>
                      <a:pt x="549" y="1"/>
                      <a:pt x="546" y="2"/>
                    </a:cubicBezTo>
                    <a:lnTo>
                      <a:pt x="72" y="97"/>
                    </a:lnTo>
                    <a:cubicBezTo>
                      <a:pt x="36" y="109"/>
                      <a:pt x="0" y="180"/>
                      <a:pt x="0" y="275"/>
                    </a:cubicBezTo>
                    <a:cubicBezTo>
                      <a:pt x="0" y="370"/>
                      <a:pt x="36" y="429"/>
                      <a:pt x="72" y="429"/>
                    </a:cubicBezTo>
                    <a:lnTo>
                      <a:pt x="546" y="334"/>
                    </a:lnTo>
                    <a:cubicBezTo>
                      <a:pt x="593" y="334"/>
                      <a:pt x="617" y="251"/>
                      <a:pt x="617" y="156"/>
                    </a:cubicBezTo>
                    <a:cubicBezTo>
                      <a:pt x="617" y="68"/>
                      <a:pt x="597" y="1"/>
                      <a:pt x="55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98"/>
              <p:cNvSpPr/>
              <p:nvPr/>
            </p:nvSpPr>
            <p:spPr>
              <a:xfrm>
                <a:off x="7627325" y="1952225"/>
                <a:ext cx="43010" cy="28530"/>
              </a:xfrm>
              <a:custGeom>
                <a:rect b="b" l="l" r="r" t="t"/>
                <a:pathLst>
                  <a:path extrusionOk="0" h="465" w="701">
                    <a:moveTo>
                      <a:pt x="617" y="1"/>
                    </a:moveTo>
                    <a:lnTo>
                      <a:pt x="84" y="119"/>
                    </a:lnTo>
                    <a:cubicBezTo>
                      <a:pt x="36" y="119"/>
                      <a:pt x="1" y="214"/>
                      <a:pt x="1" y="309"/>
                    </a:cubicBezTo>
                    <a:cubicBezTo>
                      <a:pt x="1" y="397"/>
                      <a:pt x="42" y="465"/>
                      <a:pt x="76" y="465"/>
                    </a:cubicBezTo>
                    <a:cubicBezTo>
                      <a:pt x="79" y="465"/>
                      <a:pt x="81" y="464"/>
                      <a:pt x="84" y="463"/>
                    </a:cubicBezTo>
                    <a:lnTo>
                      <a:pt x="617" y="368"/>
                    </a:lnTo>
                    <a:cubicBezTo>
                      <a:pt x="665" y="357"/>
                      <a:pt x="700" y="262"/>
                      <a:pt x="700" y="167"/>
                    </a:cubicBezTo>
                    <a:cubicBezTo>
                      <a:pt x="700" y="72"/>
                      <a:pt x="665" y="1"/>
                      <a:pt x="6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98"/>
              <p:cNvSpPr/>
              <p:nvPr/>
            </p:nvSpPr>
            <p:spPr>
              <a:xfrm>
                <a:off x="7695736" y="1937622"/>
                <a:ext cx="47366" cy="30064"/>
              </a:xfrm>
              <a:custGeom>
                <a:rect b="b" l="l" r="r" t="t"/>
                <a:pathLst>
                  <a:path extrusionOk="0" h="490" w="772">
                    <a:moveTo>
                      <a:pt x="689" y="0"/>
                    </a:moveTo>
                    <a:cubicBezTo>
                      <a:pt x="685" y="0"/>
                      <a:pt x="681" y="1"/>
                      <a:pt x="677" y="2"/>
                    </a:cubicBezTo>
                    <a:lnTo>
                      <a:pt x="84" y="120"/>
                    </a:lnTo>
                    <a:cubicBezTo>
                      <a:pt x="36" y="132"/>
                      <a:pt x="1" y="227"/>
                      <a:pt x="1" y="322"/>
                    </a:cubicBezTo>
                    <a:cubicBezTo>
                      <a:pt x="1" y="421"/>
                      <a:pt x="31" y="489"/>
                      <a:pt x="73" y="489"/>
                    </a:cubicBezTo>
                    <a:cubicBezTo>
                      <a:pt x="77" y="489"/>
                      <a:pt x="80" y="489"/>
                      <a:pt x="84" y="488"/>
                    </a:cubicBezTo>
                    <a:lnTo>
                      <a:pt x="677" y="381"/>
                    </a:lnTo>
                    <a:cubicBezTo>
                      <a:pt x="736" y="369"/>
                      <a:pt x="771" y="274"/>
                      <a:pt x="771" y="168"/>
                    </a:cubicBezTo>
                    <a:cubicBezTo>
                      <a:pt x="771" y="69"/>
                      <a:pt x="741" y="0"/>
                      <a:pt x="6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98"/>
              <p:cNvSpPr/>
              <p:nvPr/>
            </p:nvSpPr>
            <p:spPr>
              <a:xfrm>
                <a:off x="7771448" y="1920136"/>
                <a:ext cx="54606" cy="32948"/>
              </a:xfrm>
              <a:custGeom>
                <a:rect b="b" l="l" r="r" t="t"/>
                <a:pathLst>
                  <a:path extrusionOk="0" h="537" w="890">
                    <a:moveTo>
                      <a:pt x="782" y="1"/>
                    </a:moveTo>
                    <a:cubicBezTo>
                      <a:pt x="778" y="1"/>
                      <a:pt x="775" y="1"/>
                      <a:pt x="771" y="2"/>
                    </a:cubicBezTo>
                    <a:lnTo>
                      <a:pt x="107" y="144"/>
                    </a:lnTo>
                    <a:cubicBezTo>
                      <a:pt x="47" y="156"/>
                      <a:pt x="0" y="251"/>
                      <a:pt x="0" y="358"/>
                    </a:cubicBezTo>
                    <a:lnTo>
                      <a:pt x="0" y="370"/>
                    </a:lnTo>
                    <a:cubicBezTo>
                      <a:pt x="0" y="469"/>
                      <a:pt x="41" y="537"/>
                      <a:pt x="94" y="537"/>
                    </a:cubicBezTo>
                    <a:cubicBezTo>
                      <a:pt x="98" y="537"/>
                      <a:pt x="102" y="536"/>
                      <a:pt x="107" y="536"/>
                    </a:cubicBezTo>
                    <a:lnTo>
                      <a:pt x="771" y="417"/>
                    </a:lnTo>
                    <a:cubicBezTo>
                      <a:pt x="830" y="393"/>
                      <a:pt x="889" y="298"/>
                      <a:pt x="889" y="192"/>
                    </a:cubicBezTo>
                    <a:lnTo>
                      <a:pt x="889" y="180"/>
                    </a:lnTo>
                    <a:cubicBezTo>
                      <a:pt x="889" y="80"/>
                      <a:pt x="838" y="1"/>
                      <a:pt x="7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98"/>
              <p:cNvSpPr/>
              <p:nvPr/>
            </p:nvSpPr>
            <p:spPr>
              <a:xfrm>
                <a:off x="7856548" y="1901239"/>
                <a:ext cx="61171" cy="35831"/>
              </a:xfrm>
              <a:custGeom>
                <a:rect b="b" l="l" r="r" t="t"/>
                <a:pathLst>
                  <a:path extrusionOk="0" h="584" w="997">
                    <a:moveTo>
                      <a:pt x="892" y="0"/>
                    </a:moveTo>
                    <a:cubicBezTo>
                      <a:pt x="887" y="0"/>
                      <a:pt x="883" y="1"/>
                      <a:pt x="878" y="2"/>
                    </a:cubicBezTo>
                    <a:lnTo>
                      <a:pt x="107" y="168"/>
                    </a:lnTo>
                    <a:cubicBezTo>
                      <a:pt x="48" y="179"/>
                      <a:pt x="1" y="274"/>
                      <a:pt x="1" y="393"/>
                    </a:cubicBezTo>
                    <a:cubicBezTo>
                      <a:pt x="1" y="504"/>
                      <a:pt x="42" y="584"/>
                      <a:pt x="96" y="584"/>
                    </a:cubicBezTo>
                    <a:cubicBezTo>
                      <a:pt x="100" y="584"/>
                      <a:pt x="104" y="583"/>
                      <a:pt x="107" y="583"/>
                    </a:cubicBezTo>
                    <a:lnTo>
                      <a:pt x="878" y="440"/>
                    </a:lnTo>
                    <a:cubicBezTo>
                      <a:pt x="949" y="429"/>
                      <a:pt x="997" y="322"/>
                      <a:pt x="997" y="203"/>
                    </a:cubicBezTo>
                    <a:lnTo>
                      <a:pt x="997" y="191"/>
                    </a:lnTo>
                    <a:cubicBezTo>
                      <a:pt x="997" y="80"/>
                      <a:pt x="955" y="0"/>
                      <a:pt x="8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9" name="Google Shape;929;p98"/>
            <p:cNvGrpSpPr/>
            <p:nvPr/>
          </p:nvGrpSpPr>
          <p:grpSpPr>
            <a:xfrm>
              <a:off x="7745083" y="1981337"/>
              <a:ext cx="55717" cy="445120"/>
              <a:chOff x="7409759" y="2001739"/>
              <a:chExt cx="49575" cy="396050"/>
            </a:xfrm>
          </p:grpSpPr>
          <p:sp>
            <p:nvSpPr>
              <p:cNvPr id="930" name="Google Shape;930;p98"/>
              <p:cNvSpPr/>
              <p:nvPr/>
            </p:nvSpPr>
            <p:spPr>
              <a:xfrm>
                <a:off x="7409759" y="2001739"/>
                <a:ext cx="16075" cy="16750"/>
              </a:xfrm>
              <a:custGeom>
                <a:rect b="b" l="l" r="r" t="t"/>
                <a:pathLst>
                  <a:path extrusionOk="0" h="273" w="262">
                    <a:moveTo>
                      <a:pt x="262" y="0"/>
                    </a:moveTo>
                    <a:lnTo>
                      <a:pt x="1" y="60"/>
                    </a:lnTo>
                    <a:lnTo>
                      <a:pt x="1" y="273"/>
                    </a:lnTo>
                    <a:lnTo>
                      <a:pt x="262" y="226"/>
                    </a:lnTo>
                    <a:lnTo>
                      <a:pt x="26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98"/>
              <p:cNvSpPr/>
              <p:nvPr/>
            </p:nvSpPr>
            <p:spPr>
              <a:xfrm>
                <a:off x="7409759" y="2036650"/>
                <a:ext cx="24113" cy="16811"/>
              </a:xfrm>
              <a:custGeom>
                <a:rect b="b" l="l" r="r" t="t"/>
                <a:pathLst>
                  <a:path extrusionOk="0" h="274" w="393">
                    <a:moveTo>
                      <a:pt x="392" y="0"/>
                    </a:moveTo>
                    <a:lnTo>
                      <a:pt x="1" y="60"/>
                    </a:lnTo>
                    <a:lnTo>
                      <a:pt x="1" y="273"/>
                    </a:lnTo>
                    <a:lnTo>
                      <a:pt x="392" y="214"/>
                    </a:lnTo>
                    <a:lnTo>
                      <a:pt x="39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98"/>
              <p:cNvSpPr/>
              <p:nvPr/>
            </p:nvSpPr>
            <p:spPr>
              <a:xfrm>
                <a:off x="7437430" y="2033766"/>
                <a:ext cx="12394" cy="16014"/>
              </a:xfrm>
              <a:custGeom>
                <a:rect b="b" l="l" r="r" t="t"/>
                <a:pathLst>
                  <a:path extrusionOk="0" h="261" w="202">
                    <a:moveTo>
                      <a:pt x="202" y="0"/>
                    </a:moveTo>
                    <a:lnTo>
                      <a:pt x="0" y="36"/>
                    </a:lnTo>
                    <a:lnTo>
                      <a:pt x="0" y="261"/>
                    </a:lnTo>
                    <a:lnTo>
                      <a:pt x="202" y="225"/>
                    </a:ln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98"/>
              <p:cNvSpPr/>
              <p:nvPr/>
            </p:nvSpPr>
            <p:spPr>
              <a:xfrm>
                <a:off x="7451235" y="2032294"/>
                <a:ext cx="8099" cy="15339"/>
              </a:xfrm>
              <a:custGeom>
                <a:rect b="b" l="l" r="r" t="t"/>
                <a:pathLst>
                  <a:path extrusionOk="0" h="250" w="132">
                    <a:moveTo>
                      <a:pt x="131" y="0"/>
                    </a:moveTo>
                    <a:lnTo>
                      <a:pt x="1" y="24"/>
                    </a:lnTo>
                    <a:lnTo>
                      <a:pt x="1" y="249"/>
                    </a:lnTo>
                    <a:lnTo>
                      <a:pt x="131" y="226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4" name="Google Shape;934;p98"/>
              <p:cNvSpPr/>
              <p:nvPr/>
            </p:nvSpPr>
            <p:spPr>
              <a:xfrm>
                <a:off x="7409759" y="2074507"/>
                <a:ext cx="10983" cy="14602"/>
              </a:xfrm>
              <a:custGeom>
                <a:rect b="b" l="l" r="r" t="t"/>
                <a:pathLst>
                  <a:path extrusionOk="0" h="238" w="179">
                    <a:moveTo>
                      <a:pt x="179" y="0"/>
                    </a:moveTo>
                    <a:lnTo>
                      <a:pt x="1" y="24"/>
                    </a:lnTo>
                    <a:lnTo>
                      <a:pt x="1" y="237"/>
                    </a:lnTo>
                    <a:lnTo>
                      <a:pt x="179" y="214"/>
                    </a:lnTo>
                    <a:lnTo>
                      <a:pt x="17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5" name="Google Shape;935;p98"/>
              <p:cNvSpPr/>
              <p:nvPr/>
            </p:nvSpPr>
            <p:spPr>
              <a:xfrm>
                <a:off x="7424300" y="2069414"/>
                <a:ext cx="31352" cy="18222"/>
              </a:xfrm>
              <a:custGeom>
                <a:rect b="b" l="l" r="r" t="t"/>
                <a:pathLst>
                  <a:path extrusionOk="0" h="297" w="511">
                    <a:moveTo>
                      <a:pt x="511" y="0"/>
                    </a:moveTo>
                    <a:lnTo>
                      <a:pt x="1" y="71"/>
                    </a:lnTo>
                    <a:lnTo>
                      <a:pt x="1" y="297"/>
                    </a:lnTo>
                    <a:lnTo>
                      <a:pt x="511" y="226"/>
                    </a:lnTo>
                    <a:lnTo>
                      <a:pt x="51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6" name="Google Shape;936;p98"/>
              <p:cNvSpPr/>
              <p:nvPr/>
            </p:nvSpPr>
            <p:spPr>
              <a:xfrm>
                <a:off x="7444670" y="2106534"/>
                <a:ext cx="14664" cy="14602"/>
              </a:xfrm>
              <a:custGeom>
                <a:rect b="b" l="l" r="r" t="t"/>
                <a:pathLst>
                  <a:path extrusionOk="0" h="238" w="239">
                    <a:moveTo>
                      <a:pt x="238" y="0"/>
                    </a:moveTo>
                    <a:lnTo>
                      <a:pt x="1" y="24"/>
                    </a:lnTo>
                    <a:lnTo>
                      <a:pt x="1" y="237"/>
                    </a:lnTo>
                    <a:lnTo>
                      <a:pt x="238" y="225"/>
                    </a:lnTo>
                    <a:lnTo>
                      <a:pt x="23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7" name="Google Shape;937;p98"/>
              <p:cNvSpPr/>
              <p:nvPr/>
            </p:nvSpPr>
            <p:spPr>
              <a:xfrm>
                <a:off x="7409759" y="2107945"/>
                <a:ext cx="33561" cy="16075"/>
              </a:xfrm>
              <a:custGeom>
                <a:rect b="b" l="l" r="r" t="t"/>
                <a:pathLst>
                  <a:path extrusionOk="0" h="262" w="547">
                    <a:moveTo>
                      <a:pt x="546" y="1"/>
                    </a:moveTo>
                    <a:lnTo>
                      <a:pt x="1" y="48"/>
                    </a:lnTo>
                    <a:lnTo>
                      <a:pt x="1" y="262"/>
                    </a:lnTo>
                    <a:lnTo>
                      <a:pt x="546" y="214"/>
                    </a:lnTo>
                    <a:lnTo>
                      <a:pt x="54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8" name="Google Shape;938;p98"/>
              <p:cNvSpPr/>
              <p:nvPr/>
            </p:nvSpPr>
            <p:spPr>
              <a:xfrm>
                <a:off x="7409759" y="2145065"/>
                <a:ext cx="21167" cy="14602"/>
              </a:xfrm>
              <a:custGeom>
                <a:rect b="b" l="l" r="r" t="t"/>
                <a:pathLst>
                  <a:path extrusionOk="0" h="238" w="345">
                    <a:moveTo>
                      <a:pt x="345" y="1"/>
                    </a:moveTo>
                    <a:lnTo>
                      <a:pt x="1" y="12"/>
                    </a:lnTo>
                    <a:lnTo>
                      <a:pt x="1" y="238"/>
                    </a:lnTo>
                    <a:lnTo>
                      <a:pt x="345" y="214"/>
                    </a:lnTo>
                    <a:lnTo>
                      <a:pt x="34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9" name="Google Shape;939;p98"/>
              <p:cNvSpPr/>
              <p:nvPr/>
            </p:nvSpPr>
            <p:spPr>
              <a:xfrm>
                <a:off x="7433810" y="2144329"/>
                <a:ext cx="9510" cy="13928"/>
              </a:xfrm>
              <a:custGeom>
                <a:rect b="b" l="l" r="r" t="t"/>
                <a:pathLst>
                  <a:path extrusionOk="0" h="227" w="155">
                    <a:moveTo>
                      <a:pt x="0" y="1"/>
                    </a:moveTo>
                    <a:lnTo>
                      <a:pt x="0" y="226"/>
                    </a:lnTo>
                    <a:lnTo>
                      <a:pt x="154" y="214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0" name="Google Shape;940;p98"/>
              <p:cNvSpPr/>
              <p:nvPr/>
            </p:nvSpPr>
            <p:spPr>
              <a:xfrm>
                <a:off x="7444670" y="2143593"/>
                <a:ext cx="5890" cy="13928"/>
              </a:xfrm>
              <a:custGeom>
                <a:rect b="b" l="l" r="r" t="t"/>
                <a:pathLst>
                  <a:path extrusionOk="0" h="227" w="96">
                    <a:moveTo>
                      <a:pt x="96" y="1"/>
                    </a:moveTo>
                    <a:lnTo>
                      <a:pt x="1" y="13"/>
                    </a:lnTo>
                    <a:lnTo>
                      <a:pt x="1" y="226"/>
                    </a:lnTo>
                    <a:lnTo>
                      <a:pt x="96" y="226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1" name="Google Shape;941;p98"/>
              <p:cNvSpPr/>
              <p:nvPr/>
            </p:nvSpPr>
            <p:spPr>
              <a:xfrm>
                <a:off x="7441050" y="2194579"/>
                <a:ext cx="14602" cy="37856"/>
              </a:xfrm>
              <a:custGeom>
                <a:rect b="b" l="l" r="r" t="t"/>
                <a:pathLst>
                  <a:path extrusionOk="0" h="617" w="238">
                    <a:moveTo>
                      <a:pt x="119" y="0"/>
                    </a:moveTo>
                    <a:cubicBezTo>
                      <a:pt x="48" y="0"/>
                      <a:pt x="1" y="130"/>
                      <a:pt x="1" y="308"/>
                    </a:cubicBezTo>
                    <a:cubicBezTo>
                      <a:pt x="1" y="474"/>
                      <a:pt x="48" y="617"/>
                      <a:pt x="119" y="617"/>
                    </a:cubicBezTo>
                    <a:cubicBezTo>
                      <a:pt x="190" y="617"/>
                      <a:pt x="238" y="486"/>
                      <a:pt x="238" y="308"/>
                    </a:cubicBezTo>
                    <a:cubicBezTo>
                      <a:pt x="238" y="142"/>
                      <a:pt x="190" y="0"/>
                      <a:pt x="11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2" name="Google Shape;942;p98"/>
              <p:cNvSpPr/>
              <p:nvPr/>
            </p:nvSpPr>
            <p:spPr>
              <a:xfrm>
                <a:off x="7441050" y="2276796"/>
                <a:ext cx="14602" cy="38592"/>
              </a:xfrm>
              <a:custGeom>
                <a:rect b="b" l="l" r="r" t="t"/>
                <a:pathLst>
                  <a:path extrusionOk="0" h="629" w="238">
                    <a:moveTo>
                      <a:pt x="119" y="0"/>
                    </a:moveTo>
                    <a:cubicBezTo>
                      <a:pt x="48" y="0"/>
                      <a:pt x="1" y="131"/>
                      <a:pt x="1" y="297"/>
                    </a:cubicBezTo>
                    <a:cubicBezTo>
                      <a:pt x="1" y="475"/>
                      <a:pt x="48" y="617"/>
                      <a:pt x="119" y="629"/>
                    </a:cubicBezTo>
                    <a:cubicBezTo>
                      <a:pt x="190" y="629"/>
                      <a:pt x="238" y="498"/>
                      <a:pt x="238" y="332"/>
                    </a:cubicBezTo>
                    <a:cubicBezTo>
                      <a:pt x="238" y="154"/>
                      <a:pt x="190" y="12"/>
                      <a:pt x="11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3" name="Google Shape;943;p98"/>
              <p:cNvSpPr/>
              <p:nvPr/>
            </p:nvSpPr>
            <p:spPr>
              <a:xfrm>
                <a:off x="7441050" y="2359687"/>
                <a:ext cx="14602" cy="38101"/>
              </a:xfrm>
              <a:custGeom>
                <a:rect b="b" l="l" r="r" t="t"/>
                <a:pathLst>
                  <a:path extrusionOk="0" h="621" w="238">
                    <a:moveTo>
                      <a:pt x="110" y="0"/>
                    </a:moveTo>
                    <a:cubicBezTo>
                      <a:pt x="44" y="0"/>
                      <a:pt x="1" y="127"/>
                      <a:pt x="1" y="286"/>
                    </a:cubicBezTo>
                    <a:cubicBezTo>
                      <a:pt x="1" y="464"/>
                      <a:pt x="48" y="606"/>
                      <a:pt x="119" y="618"/>
                    </a:cubicBezTo>
                    <a:cubicBezTo>
                      <a:pt x="125" y="620"/>
                      <a:pt x="130" y="621"/>
                      <a:pt x="136" y="621"/>
                    </a:cubicBezTo>
                    <a:cubicBezTo>
                      <a:pt x="198" y="621"/>
                      <a:pt x="238" y="497"/>
                      <a:pt x="238" y="333"/>
                    </a:cubicBezTo>
                    <a:cubicBezTo>
                      <a:pt x="238" y="167"/>
                      <a:pt x="190" y="13"/>
                      <a:pt x="119" y="1"/>
                    </a:cubicBezTo>
                    <a:cubicBezTo>
                      <a:pt x="116" y="1"/>
                      <a:pt x="113" y="0"/>
                      <a:pt x="11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44" name="Google Shape;944;p98"/>
            <p:cNvSpPr/>
            <p:nvPr/>
          </p:nvSpPr>
          <p:spPr>
            <a:xfrm>
              <a:off x="7023194" y="2206777"/>
              <a:ext cx="153017" cy="192605"/>
            </a:xfrm>
            <a:custGeom>
              <a:rect b="b" l="l" r="r" t="t"/>
              <a:pathLst>
                <a:path extrusionOk="0" h="2793" w="2219">
                  <a:moveTo>
                    <a:pt x="677" y="1"/>
                  </a:moveTo>
                  <a:cubicBezTo>
                    <a:pt x="632" y="1"/>
                    <a:pt x="592" y="2"/>
                    <a:pt x="558" y="5"/>
                  </a:cubicBezTo>
                  <a:cubicBezTo>
                    <a:pt x="487" y="788"/>
                    <a:pt x="333" y="1654"/>
                    <a:pt x="0" y="2401"/>
                  </a:cubicBezTo>
                  <a:cubicBezTo>
                    <a:pt x="82" y="2397"/>
                    <a:pt x="163" y="2395"/>
                    <a:pt x="245" y="2395"/>
                  </a:cubicBezTo>
                  <a:cubicBezTo>
                    <a:pt x="924" y="2395"/>
                    <a:pt x="1604" y="2528"/>
                    <a:pt x="2218" y="2793"/>
                  </a:cubicBezTo>
                  <a:cubicBezTo>
                    <a:pt x="1969" y="1950"/>
                    <a:pt x="1732" y="1061"/>
                    <a:pt x="1803" y="172"/>
                  </a:cubicBezTo>
                  <a:cubicBezTo>
                    <a:pt x="1514" y="68"/>
                    <a:pt x="982" y="1"/>
                    <a:pt x="677" y="1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98"/>
            <p:cNvSpPr/>
            <p:nvPr/>
          </p:nvSpPr>
          <p:spPr>
            <a:xfrm>
              <a:off x="7069811" y="2206294"/>
              <a:ext cx="106401" cy="193088"/>
            </a:xfrm>
            <a:custGeom>
              <a:rect b="b" l="l" r="r" t="t"/>
              <a:pathLst>
                <a:path extrusionOk="0" h="2800" w="1543">
                  <a:moveTo>
                    <a:pt x="0" y="1"/>
                  </a:moveTo>
                  <a:cubicBezTo>
                    <a:pt x="178" y="914"/>
                    <a:pt x="724" y="1744"/>
                    <a:pt x="1056" y="2622"/>
                  </a:cubicBezTo>
                  <a:cubicBezTo>
                    <a:pt x="1222" y="2669"/>
                    <a:pt x="1388" y="2740"/>
                    <a:pt x="1542" y="2800"/>
                  </a:cubicBezTo>
                  <a:cubicBezTo>
                    <a:pt x="1293" y="1957"/>
                    <a:pt x="1068" y="1068"/>
                    <a:pt x="1127" y="179"/>
                  </a:cubicBezTo>
                  <a:cubicBezTo>
                    <a:pt x="843" y="72"/>
                    <a:pt x="309" y="1"/>
                    <a:pt x="0" y="1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98"/>
            <p:cNvSpPr/>
            <p:nvPr/>
          </p:nvSpPr>
          <p:spPr>
            <a:xfrm>
              <a:off x="7078017" y="2207122"/>
              <a:ext cx="71992" cy="82683"/>
            </a:xfrm>
            <a:custGeom>
              <a:rect b="b" l="l" r="r" t="t"/>
              <a:pathLst>
                <a:path extrusionOk="0" h="1199" w="1044">
                  <a:moveTo>
                    <a:pt x="0" y="0"/>
                  </a:moveTo>
                  <a:cubicBezTo>
                    <a:pt x="190" y="558"/>
                    <a:pt x="569" y="949"/>
                    <a:pt x="1044" y="1198"/>
                  </a:cubicBezTo>
                  <a:cubicBezTo>
                    <a:pt x="1008" y="854"/>
                    <a:pt x="984" y="510"/>
                    <a:pt x="1008" y="167"/>
                  </a:cubicBezTo>
                  <a:cubicBezTo>
                    <a:pt x="747" y="72"/>
                    <a:pt x="308" y="12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98"/>
            <p:cNvSpPr/>
            <p:nvPr/>
          </p:nvSpPr>
          <p:spPr>
            <a:xfrm>
              <a:off x="7029745" y="2036515"/>
              <a:ext cx="202873" cy="213224"/>
            </a:xfrm>
            <a:custGeom>
              <a:rect b="b" l="l" r="r" t="t"/>
              <a:pathLst>
                <a:path extrusionOk="0" h="3092" w="2942">
                  <a:moveTo>
                    <a:pt x="1371" y="0"/>
                  </a:moveTo>
                  <a:cubicBezTo>
                    <a:pt x="947" y="0"/>
                    <a:pt x="514" y="152"/>
                    <a:pt x="309" y="553"/>
                  </a:cubicBezTo>
                  <a:cubicBezTo>
                    <a:pt x="0" y="1182"/>
                    <a:pt x="95" y="2142"/>
                    <a:pt x="676" y="2605"/>
                  </a:cubicBezTo>
                  <a:cubicBezTo>
                    <a:pt x="1068" y="2925"/>
                    <a:pt x="1767" y="3056"/>
                    <a:pt x="2266" y="3091"/>
                  </a:cubicBezTo>
                  <a:cubicBezTo>
                    <a:pt x="2267" y="3091"/>
                    <a:pt x="2269" y="3091"/>
                    <a:pt x="2271" y="3091"/>
                  </a:cubicBezTo>
                  <a:cubicBezTo>
                    <a:pt x="2445" y="3091"/>
                    <a:pt x="2527" y="2521"/>
                    <a:pt x="2562" y="2415"/>
                  </a:cubicBezTo>
                  <a:cubicBezTo>
                    <a:pt x="2586" y="2285"/>
                    <a:pt x="2633" y="2119"/>
                    <a:pt x="2657" y="1965"/>
                  </a:cubicBezTo>
                  <a:cubicBezTo>
                    <a:pt x="2728" y="1941"/>
                    <a:pt x="2811" y="1905"/>
                    <a:pt x="2894" y="1858"/>
                  </a:cubicBezTo>
                  <a:cubicBezTo>
                    <a:pt x="2918" y="1846"/>
                    <a:pt x="2930" y="1763"/>
                    <a:pt x="2942" y="1727"/>
                  </a:cubicBezTo>
                  <a:cubicBezTo>
                    <a:pt x="2942" y="1692"/>
                    <a:pt x="2918" y="1692"/>
                    <a:pt x="2894" y="1656"/>
                  </a:cubicBezTo>
                  <a:cubicBezTo>
                    <a:pt x="2764" y="1526"/>
                    <a:pt x="2550" y="1383"/>
                    <a:pt x="2455" y="1229"/>
                  </a:cubicBezTo>
                  <a:cubicBezTo>
                    <a:pt x="2396" y="1075"/>
                    <a:pt x="2443" y="826"/>
                    <a:pt x="2432" y="672"/>
                  </a:cubicBezTo>
                  <a:cubicBezTo>
                    <a:pt x="2384" y="328"/>
                    <a:pt x="2052" y="91"/>
                    <a:pt x="1708" y="31"/>
                  </a:cubicBezTo>
                  <a:cubicBezTo>
                    <a:pt x="1600" y="11"/>
                    <a:pt x="1486" y="0"/>
                    <a:pt x="1371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98"/>
            <p:cNvSpPr/>
            <p:nvPr/>
          </p:nvSpPr>
          <p:spPr>
            <a:xfrm>
              <a:off x="7030573" y="2036515"/>
              <a:ext cx="163636" cy="173917"/>
            </a:xfrm>
            <a:custGeom>
              <a:rect b="b" l="l" r="r" t="t"/>
              <a:pathLst>
                <a:path extrusionOk="0" h="2522" w="2373">
                  <a:moveTo>
                    <a:pt x="1359" y="0"/>
                  </a:moveTo>
                  <a:cubicBezTo>
                    <a:pt x="935" y="0"/>
                    <a:pt x="502" y="152"/>
                    <a:pt x="297" y="553"/>
                  </a:cubicBezTo>
                  <a:cubicBezTo>
                    <a:pt x="0" y="1146"/>
                    <a:pt x="71" y="2036"/>
                    <a:pt x="569" y="2522"/>
                  </a:cubicBezTo>
                  <a:cubicBezTo>
                    <a:pt x="653" y="2415"/>
                    <a:pt x="747" y="2320"/>
                    <a:pt x="842" y="2214"/>
                  </a:cubicBezTo>
                  <a:cubicBezTo>
                    <a:pt x="676" y="1929"/>
                    <a:pt x="653" y="1597"/>
                    <a:pt x="819" y="1253"/>
                  </a:cubicBezTo>
                  <a:cubicBezTo>
                    <a:pt x="877" y="1224"/>
                    <a:pt x="936" y="1211"/>
                    <a:pt x="995" y="1211"/>
                  </a:cubicBezTo>
                  <a:cubicBezTo>
                    <a:pt x="1197" y="1211"/>
                    <a:pt x="1397" y="1359"/>
                    <a:pt x="1589" y="1478"/>
                  </a:cubicBezTo>
                  <a:cubicBezTo>
                    <a:pt x="1886" y="1194"/>
                    <a:pt x="2159" y="885"/>
                    <a:pt x="2372" y="518"/>
                  </a:cubicBezTo>
                  <a:cubicBezTo>
                    <a:pt x="2265" y="257"/>
                    <a:pt x="1981" y="79"/>
                    <a:pt x="1696" y="31"/>
                  </a:cubicBezTo>
                  <a:cubicBezTo>
                    <a:pt x="1588" y="11"/>
                    <a:pt x="1474" y="0"/>
                    <a:pt x="1359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98"/>
            <p:cNvSpPr/>
            <p:nvPr/>
          </p:nvSpPr>
          <p:spPr>
            <a:xfrm>
              <a:off x="7069811" y="2072167"/>
              <a:ext cx="162809" cy="177572"/>
            </a:xfrm>
            <a:custGeom>
              <a:rect b="b" l="l" r="r" t="t"/>
              <a:pathLst>
                <a:path extrusionOk="0" h="2575" w="2361">
                  <a:moveTo>
                    <a:pt x="1803" y="1"/>
                  </a:moveTo>
                  <a:cubicBezTo>
                    <a:pt x="1341" y="795"/>
                    <a:pt x="558" y="1329"/>
                    <a:pt x="0" y="2005"/>
                  </a:cubicBezTo>
                  <a:cubicBezTo>
                    <a:pt x="36" y="2041"/>
                    <a:pt x="60" y="2064"/>
                    <a:pt x="95" y="2088"/>
                  </a:cubicBezTo>
                  <a:cubicBezTo>
                    <a:pt x="487" y="2408"/>
                    <a:pt x="1186" y="2539"/>
                    <a:pt x="1685" y="2574"/>
                  </a:cubicBezTo>
                  <a:cubicBezTo>
                    <a:pt x="1686" y="2574"/>
                    <a:pt x="1688" y="2574"/>
                    <a:pt x="1690" y="2574"/>
                  </a:cubicBezTo>
                  <a:cubicBezTo>
                    <a:pt x="1864" y="2574"/>
                    <a:pt x="1958" y="2016"/>
                    <a:pt x="1981" y="1898"/>
                  </a:cubicBezTo>
                  <a:cubicBezTo>
                    <a:pt x="2005" y="1768"/>
                    <a:pt x="2052" y="1602"/>
                    <a:pt x="2076" y="1448"/>
                  </a:cubicBezTo>
                  <a:cubicBezTo>
                    <a:pt x="2159" y="1424"/>
                    <a:pt x="2230" y="1388"/>
                    <a:pt x="2313" y="1341"/>
                  </a:cubicBezTo>
                  <a:cubicBezTo>
                    <a:pt x="2337" y="1329"/>
                    <a:pt x="2361" y="1246"/>
                    <a:pt x="2361" y="1210"/>
                  </a:cubicBezTo>
                  <a:cubicBezTo>
                    <a:pt x="2361" y="1175"/>
                    <a:pt x="2337" y="1175"/>
                    <a:pt x="2313" y="1139"/>
                  </a:cubicBezTo>
                  <a:cubicBezTo>
                    <a:pt x="2183" y="1009"/>
                    <a:pt x="1969" y="866"/>
                    <a:pt x="1874" y="712"/>
                  </a:cubicBezTo>
                  <a:cubicBezTo>
                    <a:pt x="1815" y="558"/>
                    <a:pt x="1862" y="309"/>
                    <a:pt x="1851" y="155"/>
                  </a:cubicBezTo>
                  <a:cubicBezTo>
                    <a:pt x="1839" y="96"/>
                    <a:pt x="1827" y="48"/>
                    <a:pt x="1803" y="1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98"/>
            <p:cNvSpPr/>
            <p:nvPr/>
          </p:nvSpPr>
          <p:spPr>
            <a:xfrm>
              <a:off x="7101739" y="2133680"/>
              <a:ext cx="26204" cy="43238"/>
            </a:xfrm>
            <a:custGeom>
              <a:rect b="b" l="l" r="r" t="t"/>
              <a:pathLst>
                <a:path extrusionOk="0" h="627" w="380">
                  <a:moveTo>
                    <a:pt x="152" y="0"/>
                  </a:moveTo>
                  <a:cubicBezTo>
                    <a:pt x="111" y="0"/>
                    <a:pt x="73" y="20"/>
                    <a:pt x="47" y="46"/>
                  </a:cubicBezTo>
                  <a:cubicBezTo>
                    <a:pt x="0" y="93"/>
                    <a:pt x="0" y="152"/>
                    <a:pt x="24" y="200"/>
                  </a:cubicBezTo>
                  <a:cubicBezTo>
                    <a:pt x="41" y="234"/>
                    <a:pt x="84" y="256"/>
                    <a:pt x="124" y="256"/>
                  </a:cubicBezTo>
                  <a:cubicBezTo>
                    <a:pt x="139" y="256"/>
                    <a:pt x="153" y="254"/>
                    <a:pt x="166" y="247"/>
                  </a:cubicBezTo>
                  <a:lnTo>
                    <a:pt x="166" y="247"/>
                  </a:lnTo>
                  <a:cubicBezTo>
                    <a:pt x="154" y="295"/>
                    <a:pt x="107" y="306"/>
                    <a:pt x="71" y="342"/>
                  </a:cubicBezTo>
                  <a:cubicBezTo>
                    <a:pt x="36" y="378"/>
                    <a:pt x="24" y="437"/>
                    <a:pt x="47" y="496"/>
                  </a:cubicBezTo>
                  <a:cubicBezTo>
                    <a:pt x="59" y="544"/>
                    <a:pt x="107" y="591"/>
                    <a:pt x="142" y="627"/>
                  </a:cubicBezTo>
                  <a:cubicBezTo>
                    <a:pt x="154" y="579"/>
                    <a:pt x="202" y="520"/>
                    <a:pt x="249" y="496"/>
                  </a:cubicBezTo>
                  <a:cubicBezTo>
                    <a:pt x="285" y="484"/>
                    <a:pt x="308" y="473"/>
                    <a:pt x="332" y="461"/>
                  </a:cubicBezTo>
                  <a:cubicBezTo>
                    <a:pt x="356" y="449"/>
                    <a:pt x="380" y="413"/>
                    <a:pt x="368" y="389"/>
                  </a:cubicBezTo>
                  <a:cubicBezTo>
                    <a:pt x="356" y="342"/>
                    <a:pt x="273" y="318"/>
                    <a:pt x="285" y="259"/>
                  </a:cubicBezTo>
                  <a:cubicBezTo>
                    <a:pt x="285" y="223"/>
                    <a:pt x="332" y="212"/>
                    <a:pt x="344" y="188"/>
                  </a:cubicBezTo>
                  <a:cubicBezTo>
                    <a:pt x="356" y="152"/>
                    <a:pt x="344" y="129"/>
                    <a:pt x="332" y="105"/>
                  </a:cubicBezTo>
                  <a:cubicBezTo>
                    <a:pt x="297" y="57"/>
                    <a:pt x="249" y="22"/>
                    <a:pt x="202" y="10"/>
                  </a:cubicBezTo>
                  <a:cubicBezTo>
                    <a:pt x="185" y="3"/>
                    <a:pt x="169" y="0"/>
                    <a:pt x="152" y="0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98"/>
            <p:cNvSpPr/>
            <p:nvPr/>
          </p:nvSpPr>
          <p:spPr>
            <a:xfrm>
              <a:off x="6900515" y="2020654"/>
              <a:ext cx="139087" cy="232533"/>
            </a:xfrm>
            <a:custGeom>
              <a:rect b="b" l="l" r="r" t="t"/>
              <a:pathLst>
                <a:path extrusionOk="0" h="3372" w="2017">
                  <a:moveTo>
                    <a:pt x="892" y="0"/>
                  </a:moveTo>
                  <a:cubicBezTo>
                    <a:pt x="818" y="0"/>
                    <a:pt x="743" y="21"/>
                    <a:pt x="677" y="60"/>
                  </a:cubicBezTo>
                  <a:cubicBezTo>
                    <a:pt x="534" y="131"/>
                    <a:pt x="427" y="261"/>
                    <a:pt x="368" y="416"/>
                  </a:cubicBezTo>
                  <a:cubicBezTo>
                    <a:pt x="238" y="760"/>
                    <a:pt x="297" y="1151"/>
                    <a:pt x="250" y="1507"/>
                  </a:cubicBezTo>
                  <a:cubicBezTo>
                    <a:pt x="214" y="1744"/>
                    <a:pt x="119" y="1981"/>
                    <a:pt x="72" y="2218"/>
                  </a:cubicBezTo>
                  <a:cubicBezTo>
                    <a:pt x="12" y="2444"/>
                    <a:pt x="1" y="2704"/>
                    <a:pt x="107" y="2930"/>
                  </a:cubicBezTo>
                  <a:cubicBezTo>
                    <a:pt x="226" y="3179"/>
                    <a:pt x="499" y="3345"/>
                    <a:pt x="771" y="3369"/>
                  </a:cubicBezTo>
                  <a:cubicBezTo>
                    <a:pt x="798" y="3371"/>
                    <a:pt x="824" y="3372"/>
                    <a:pt x="850" y="3372"/>
                  </a:cubicBezTo>
                  <a:cubicBezTo>
                    <a:pt x="1108" y="3372"/>
                    <a:pt x="1360" y="3268"/>
                    <a:pt x="1554" y="3096"/>
                  </a:cubicBezTo>
                  <a:cubicBezTo>
                    <a:pt x="1768" y="2918"/>
                    <a:pt x="1922" y="2669"/>
                    <a:pt x="2017" y="2408"/>
                  </a:cubicBezTo>
                  <a:cubicBezTo>
                    <a:pt x="1459" y="1934"/>
                    <a:pt x="1222" y="1103"/>
                    <a:pt x="1471" y="404"/>
                  </a:cubicBezTo>
                  <a:lnTo>
                    <a:pt x="1471" y="404"/>
                  </a:lnTo>
                  <a:lnTo>
                    <a:pt x="1198" y="510"/>
                  </a:lnTo>
                  <a:cubicBezTo>
                    <a:pt x="1293" y="380"/>
                    <a:pt x="1258" y="178"/>
                    <a:pt x="1127" y="83"/>
                  </a:cubicBezTo>
                  <a:cubicBezTo>
                    <a:pt x="1058" y="27"/>
                    <a:pt x="975" y="0"/>
                    <a:pt x="892" y="0"/>
                  </a:cubicBezTo>
                  <a:close/>
                </a:path>
              </a:pathLst>
            </a:custGeom>
            <a:solidFill>
              <a:srgbClr val="5B0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98"/>
            <p:cNvSpPr/>
            <p:nvPr/>
          </p:nvSpPr>
          <p:spPr>
            <a:xfrm>
              <a:off x="6971681" y="2018172"/>
              <a:ext cx="219216" cy="206190"/>
            </a:xfrm>
            <a:custGeom>
              <a:rect b="b" l="l" r="r" t="t"/>
              <a:pathLst>
                <a:path extrusionOk="0" h="2990" w="3179">
                  <a:moveTo>
                    <a:pt x="1507" y="1"/>
                  </a:moveTo>
                  <a:cubicBezTo>
                    <a:pt x="1198" y="1"/>
                    <a:pt x="866" y="36"/>
                    <a:pt x="605" y="191"/>
                  </a:cubicBezTo>
                  <a:cubicBezTo>
                    <a:pt x="202" y="428"/>
                    <a:pt x="0" y="926"/>
                    <a:pt x="60" y="1388"/>
                  </a:cubicBezTo>
                  <a:cubicBezTo>
                    <a:pt x="107" y="1851"/>
                    <a:pt x="344" y="2361"/>
                    <a:pt x="736" y="2622"/>
                  </a:cubicBezTo>
                  <a:cubicBezTo>
                    <a:pt x="1115" y="2871"/>
                    <a:pt x="1103" y="2954"/>
                    <a:pt x="1269" y="2990"/>
                  </a:cubicBezTo>
                  <a:cubicBezTo>
                    <a:pt x="1317" y="2622"/>
                    <a:pt x="1613" y="2693"/>
                    <a:pt x="1957" y="2385"/>
                  </a:cubicBezTo>
                  <a:cubicBezTo>
                    <a:pt x="1910" y="2314"/>
                    <a:pt x="1874" y="2219"/>
                    <a:pt x="1850" y="2124"/>
                  </a:cubicBezTo>
                  <a:cubicBezTo>
                    <a:pt x="1815" y="2017"/>
                    <a:pt x="1791" y="1898"/>
                    <a:pt x="1815" y="1780"/>
                  </a:cubicBezTo>
                  <a:cubicBezTo>
                    <a:pt x="1839" y="1673"/>
                    <a:pt x="1922" y="1555"/>
                    <a:pt x="2040" y="1555"/>
                  </a:cubicBezTo>
                  <a:cubicBezTo>
                    <a:pt x="2135" y="1555"/>
                    <a:pt x="2289" y="1673"/>
                    <a:pt x="2396" y="1768"/>
                  </a:cubicBezTo>
                  <a:cubicBezTo>
                    <a:pt x="2432" y="1685"/>
                    <a:pt x="2467" y="1590"/>
                    <a:pt x="2503" y="1495"/>
                  </a:cubicBezTo>
                  <a:cubicBezTo>
                    <a:pt x="2598" y="1270"/>
                    <a:pt x="2835" y="1139"/>
                    <a:pt x="2977" y="938"/>
                  </a:cubicBezTo>
                  <a:cubicBezTo>
                    <a:pt x="3143" y="701"/>
                    <a:pt x="3179" y="369"/>
                    <a:pt x="3060" y="96"/>
                  </a:cubicBezTo>
                  <a:cubicBezTo>
                    <a:pt x="2538" y="48"/>
                    <a:pt x="2028" y="1"/>
                    <a:pt x="1507" y="1"/>
                  </a:cubicBezTo>
                  <a:close/>
                </a:path>
              </a:pathLst>
            </a:custGeom>
            <a:solidFill>
              <a:srgbClr val="5B0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98"/>
            <p:cNvSpPr/>
            <p:nvPr/>
          </p:nvSpPr>
          <p:spPr>
            <a:xfrm>
              <a:off x="6961889" y="2057479"/>
              <a:ext cx="24549" cy="55651"/>
            </a:xfrm>
            <a:custGeom>
              <a:rect b="b" l="l" r="r" t="t"/>
              <a:pathLst>
                <a:path extrusionOk="0" h="807" w="356">
                  <a:moveTo>
                    <a:pt x="356" y="0"/>
                  </a:moveTo>
                  <a:lnTo>
                    <a:pt x="356" y="0"/>
                  </a:lnTo>
                  <a:cubicBezTo>
                    <a:pt x="202" y="48"/>
                    <a:pt x="71" y="190"/>
                    <a:pt x="36" y="344"/>
                  </a:cubicBezTo>
                  <a:cubicBezTo>
                    <a:pt x="0" y="510"/>
                    <a:pt x="47" y="688"/>
                    <a:pt x="154" y="807"/>
                  </a:cubicBezTo>
                  <a:cubicBezTo>
                    <a:pt x="142" y="522"/>
                    <a:pt x="213" y="237"/>
                    <a:pt x="3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98"/>
            <p:cNvSpPr/>
            <p:nvPr/>
          </p:nvSpPr>
          <p:spPr>
            <a:xfrm>
              <a:off x="7176973" y="4002286"/>
              <a:ext cx="224939" cy="67926"/>
            </a:xfrm>
            <a:custGeom>
              <a:rect b="b" l="l" r="r" t="t"/>
              <a:pathLst>
                <a:path extrusionOk="0" h="985" w="3262">
                  <a:moveTo>
                    <a:pt x="119" y="1"/>
                  </a:moveTo>
                  <a:cubicBezTo>
                    <a:pt x="119" y="36"/>
                    <a:pt x="59" y="131"/>
                    <a:pt x="48" y="167"/>
                  </a:cubicBezTo>
                  <a:cubicBezTo>
                    <a:pt x="12" y="333"/>
                    <a:pt x="0" y="558"/>
                    <a:pt x="142" y="653"/>
                  </a:cubicBezTo>
                  <a:cubicBezTo>
                    <a:pt x="190" y="700"/>
                    <a:pt x="510" y="807"/>
                    <a:pt x="569" y="807"/>
                  </a:cubicBezTo>
                  <a:cubicBezTo>
                    <a:pt x="984" y="866"/>
                    <a:pt x="1162" y="819"/>
                    <a:pt x="1566" y="866"/>
                  </a:cubicBezTo>
                  <a:cubicBezTo>
                    <a:pt x="1993" y="926"/>
                    <a:pt x="2123" y="973"/>
                    <a:pt x="2550" y="985"/>
                  </a:cubicBezTo>
                  <a:cubicBezTo>
                    <a:pt x="2716" y="985"/>
                    <a:pt x="3214" y="949"/>
                    <a:pt x="3250" y="783"/>
                  </a:cubicBezTo>
                  <a:cubicBezTo>
                    <a:pt x="3262" y="688"/>
                    <a:pt x="3202" y="594"/>
                    <a:pt x="3131" y="534"/>
                  </a:cubicBezTo>
                  <a:cubicBezTo>
                    <a:pt x="3060" y="487"/>
                    <a:pt x="2977" y="451"/>
                    <a:pt x="2894" y="416"/>
                  </a:cubicBezTo>
                  <a:cubicBezTo>
                    <a:pt x="2763" y="356"/>
                    <a:pt x="2574" y="262"/>
                    <a:pt x="2443" y="214"/>
                  </a:cubicBezTo>
                  <a:cubicBezTo>
                    <a:pt x="2431" y="238"/>
                    <a:pt x="2384" y="309"/>
                    <a:pt x="2360" y="333"/>
                  </a:cubicBezTo>
                  <a:cubicBezTo>
                    <a:pt x="2008" y="448"/>
                    <a:pt x="1648" y="551"/>
                    <a:pt x="1295" y="551"/>
                  </a:cubicBezTo>
                  <a:cubicBezTo>
                    <a:pt x="887" y="551"/>
                    <a:pt x="487" y="414"/>
                    <a:pt x="1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98"/>
            <p:cNvSpPr/>
            <p:nvPr/>
          </p:nvSpPr>
          <p:spPr>
            <a:xfrm>
              <a:off x="7068156" y="3006988"/>
              <a:ext cx="280588" cy="1038262"/>
            </a:xfrm>
            <a:custGeom>
              <a:rect b="b" l="l" r="r" t="t"/>
              <a:pathLst>
                <a:path extrusionOk="0" h="15056" w="4069">
                  <a:moveTo>
                    <a:pt x="1" y="0"/>
                  </a:moveTo>
                  <a:cubicBezTo>
                    <a:pt x="1" y="961"/>
                    <a:pt x="226" y="1922"/>
                    <a:pt x="440" y="2870"/>
                  </a:cubicBezTo>
                  <a:cubicBezTo>
                    <a:pt x="772" y="4388"/>
                    <a:pt x="950" y="5183"/>
                    <a:pt x="1175" y="6725"/>
                  </a:cubicBezTo>
                  <a:cubicBezTo>
                    <a:pt x="1234" y="7081"/>
                    <a:pt x="1080" y="9073"/>
                    <a:pt x="1127" y="9429"/>
                  </a:cubicBezTo>
                  <a:cubicBezTo>
                    <a:pt x="1329" y="11089"/>
                    <a:pt x="1768" y="11872"/>
                    <a:pt x="1827" y="13532"/>
                  </a:cubicBezTo>
                  <a:cubicBezTo>
                    <a:pt x="1803" y="13876"/>
                    <a:pt x="1768" y="14220"/>
                    <a:pt x="1697" y="14505"/>
                  </a:cubicBezTo>
                  <a:cubicBezTo>
                    <a:pt x="2051" y="14909"/>
                    <a:pt x="2491" y="15056"/>
                    <a:pt x="2925" y="15056"/>
                  </a:cubicBezTo>
                  <a:cubicBezTo>
                    <a:pt x="3317" y="15056"/>
                    <a:pt x="3706" y="14935"/>
                    <a:pt x="4021" y="14778"/>
                  </a:cubicBezTo>
                  <a:cubicBezTo>
                    <a:pt x="4045" y="14754"/>
                    <a:pt x="4057" y="14718"/>
                    <a:pt x="4069" y="14695"/>
                  </a:cubicBezTo>
                  <a:cubicBezTo>
                    <a:pt x="3701" y="14517"/>
                    <a:pt x="3393" y="14362"/>
                    <a:pt x="3120" y="14149"/>
                  </a:cubicBezTo>
                  <a:cubicBezTo>
                    <a:pt x="2740" y="13864"/>
                    <a:pt x="2823" y="13509"/>
                    <a:pt x="2823" y="13509"/>
                  </a:cubicBezTo>
                  <a:cubicBezTo>
                    <a:pt x="2823" y="13354"/>
                    <a:pt x="2812" y="13212"/>
                    <a:pt x="2812" y="13058"/>
                  </a:cubicBezTo>
                  <a:cubicBezTo>
                    <a:pt x="3227" y="8694"/>
                    <a:pt x="3547" y="4377"/>
                    <a:pt x="3974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98"/>
            <p:cNvSpPr/>
            <p:nvPr/>
          </p:nvSpPr>
          <p:spPr>
            <a:xfrm>
              <a:off x="7067328" y="3006988"/>
              <a:ext cx="274037" cy="1029711"/>
            </a:xfrm>
            <a:custGeom>
              <a:rect b="b" l="l" r="r" t="t"/>
              <a:pathLst>
                <a:path extrusionOk="0" h="14932" w="3974">
                  <a:moveTo>
                    <a:pt x="1" y="0"/>
                  </a:moveTo>
                  <a:cubicBezTo>
                    <a:pt x="1" y="961"/>
                    <a:pt x="238" y="1922"/>
                    <a:pt x="452" y="2870"/>
                  </a:cubicBezTo>
                  <a:cubicBezTo>
                    <a:pt x="784" y="4388"/>
                    <a:pt x="962" y="5183"/>
                    <a:pt x="1187" y="6725"/>
                  </a:cubicBezTo>
                  <a:cubicBezTo>
                    <a:pt x="1234" y="7081"/>
                    <a:pt x="1092" y="9073"/>
                    <a:pt x="1128" y="9429"/>
                  </a:cubicBezTo>
                  <a:cubicBezTo>
                    <a:pt x="1341" y="11089"/>
                    <a:pt x="1780" y="11872"/>
                    <a:pt x="1839" y="13532"/>
                  </a:cubicBezTo>
                  <a:cubicBezTo>
                    <a:pt x="1815" y="13876"/>
                    <a:pt x="1768" y="14220"/>
                    <a:pt x="1709" y="14505"/>
                  </a:cubicBezTo>
                  <a:cubicBezTo>
                    <a:pt x="1887" y="14706"/>
                    <a:pt x="2088" y="14849"/>
                    <a:pt x="2302" y="14932"/>
                  </a:cubicBezTo>
                  <a:cubicBezTo>
                    <a:pt x="2029" y="12240"/>
                    <a:pt x="2658" y="9547"/>
                    <a:pt x="3073" y="6855"/>
                  </a:cubicBezTo>
                  <a:cubicBezTo>
                    <a:pt x="3084" y="6749"/>
                    <a:pt x="3156" y="6654"/>
                    <a:pt x="3262" y="6618"/>
                  </a:cubicBezTo>
                  <a:cubicBezTo>
                    <a:pt x="3310" y="6606"/>
                    <a:pt x="3357" y="6582"/>
                    <a:pt x="3393" y="6547"/>
                  </a:cubicBezTo>
                  <a:cubicBezTo>
                    <a:pt x="3583" y="4365"/>
                    <a:pt x="3772" y="2194"/>
                    <a:pt x="39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98"/>
            <p:cNvSpPr/>
            <p:nvPr/>
          </p:nvSpPr>
          <p:spPr>
            <a:xfrm>
              <a:off x="7123806" y="4056281"/>
              <a:ext cx="224939" cy="67098"/>
            </a:xfrm>
            <a:custGeom>
              <a:rect b="b" l="l" r="r" t="t"/>
              <a:pathLst>
                <a:path extrusionOk="0" h="973" w="3262">
                  <a:moveTo>
                    <a:pt x="119" y="0"/>
                  </a:moveTo>
                  <a:cubicBezTo>
                    <a:pt x="107" y="24"/>
                    <a:pt x="60" y="119"/>
                    <a:pt x="48" y="155"/>
                  </a:cubicBezTo>
                  <a:cubicBezTo>
                    <a:pt x="0" y="321"/>
                    <a:pt x="0" y="546"/>
                    <a:pt x="131" y="653"/>
                  </a:cubicBezTo>
                  <a:cubicBezTo>
                    <a:pt x="190" y="688"/>
                    <a:pt x="498" y="795"/>
                    <a:pt x="570" y="807"/>
                  </a:cubicBezTo>
                  <a:cubicBezTo>
                    <a:pt x="985" y="854"/>
                    <a:pt x="1151" y="819"/>
                    <a:pt x="1566" y="866"/>
                  </a:cubicBezTo>
                  <a:cubicBezTo>
                    <a:pt x="1981" y="914"/>
                    <a:pt x="2123" y="961"/>
                    <a:pt x="2538" y="973"/>
                  </a:cubicBezTo>
                  <a:cubicBezTo>
                    <a:pt x="2704" y="973"/>
                    <a:pt x="3214" y="937"/>
                    <a:pt x="3250" y="771"/>
                  </a:cubicBezTo>
                  <a:cubicBezTo>
                    <a:pt x="3262" y="676"/>
                    <a:pt x="3202" y="582"/>
                    <a:pt x="3131" y="534"/>
                  </a:cubicBezTo>
                  <a:cubicBezTo>
                    <a:pt x="3048" y="475"/>
                    <a:pt x="2977" y="451"/>
                    <a:pt x="2894" y="415"/>
                  </a:cubicBezTo>
                  <a:cubicBezTo>
                    <a:pt x="2752" y="344"/>
                    <a:pt x="2562" y="261"/>
                    <a:pt x="2443" y="202"/>
                  </a:cubicBezTo>
                  <a:cubicBezTo>
                    <a:pt x="2432" y="238"/>
                    <a:pt x="2384" y="297"/>
                    <a:pt x="2360" y="321"/>
                  </a:cubicBezTo>
                  <a:cubicBezTo>
                    <a:pt x="1998" y="438"/>
                    <a:pt x="1630" y="544"/>
                    <a:pt x="1272" y="544"/>
                  </a:cubicBezTo>
                  <a:cubicBezTo>
                    <a:pt x="869" y="544"/>
                    <a:pt x="477" y="409"/>
                    <a:pt x="1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98"/>
            <p:cNvSpPr/>
            <p:nvPr/>
          </p:nvSpPr>
          <p:spPr>
            <a:xfrm>
              <a:off x="7014229" y="3060156"/>
              <a:ext cx="281347" cy="1038744"/>
            </a:xfrm>
            <a:custGeom>
              <a:rect b="b" l="l" r="r" t="t"/>
              <a:pathLst>
                <a:path extrusionOk="0" h="15063" w="4080">
                  <a:moveTo>
                    <a:pt x="0" y="0"/>
                  </a:moveTo>
                  <a:cubicBezTo>
                    <a:pt x="0" y="961"/>
                    <a:pt x="237" y="1921"/>
                    <a:pt x="439" y="2870"/>
                  </a:cubicBezTo>
                  <a:cubicBezTo>
                    <a:pt x="771" y="4388"/>
                    <a:pt x="961" y="5183"/>
                    <a:pt x="1186" y="6737"/>
                  </a:cubicBezTo>
                  <a:cubicBezTo>
                    <a:pt x="1233" y="7092"/>
                    <a:pt x="1079" y="9073"/>
                    <a:pt x="1127" y="9429"/>
                  </a:cubicBezTo>
                  <a:cubicBezTo>
                    <a:pt x="1340" y="11089"/>
                    <a:pt x="1779" y="11872"/>
                    <a:pt x="1826" y="13532"/>
                  </a:cubicBezTo>
                  <a:cubicBezTo>
                    <a:pt x="1815" y="13876"/>
                    <a:pt x="1767" y="14220"/>
                    <a:pt x="1696" y="14517"/>
                  </a:cubicBezTo>
                  <a:cubicBezTo>
                    <a:pt x="2055" y="14919"/>
                    <a:pt x="2492" y="15063"/>
                    <a:pt x="2922" y="15063"/>
                  </a:cubicBezTo>
                  <a:cubicBezTo>
                    <a:pt x="3315" y="15063"/>
                    <a:pt x="3703" y="14942"/>
                    <a:pt x="4021" y="14789"/>
                  </a:cubicBezTo>
                  <a:cubicBezTo>
                    <a:pt x="4044" y="14754"/>
                    <a:pt x="4068" y="14730"/>
                    <a:pt x="4080" y="14694"/>
                  </a:cubicBezTo>
                  <a:cubicBezTo>
                    <a:pt x="3712" y="14528"/>
                    <a:pt x="3404" y="14362"/>
                    <a:pt x="3119" y="14149"/>
                  </a:cubicBezTo>
                  <a:cubicBezTo>
                    <a:pt x="2740" y="13864"/>
                    <a:pt x="2823" y="13508"/>
                    <a:pt x="2823" y="13508"/>
                  </a:cubicBezTo>
                  <a:cubicBezTo>
                    <a:pt x="2835" y="13366"/>
                    <a:pt x="2823" y="13212"/>
                    <a:pt x="2811" y="13070"/>
                  </a:cubicBezTo>
                  <a:cubicBezTo>
                    <a:pt x="3226" y="8693"/>
                    <a:pt x="3558" y="4376"/>
                    <a:pt x="3973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98"/>
            <p:cNvSpPr/>
            <p:nvPr/>
          </p:nvSpPr>
          <p:spPr>
            <a:xfrm>
              <a:off x="7014229" y="3060156"/>
              <a:ext cx="281347" cy="1038744"/>
            </a:xfrm>
            <a:custGeom>
              <a:rect b="b" l="l" r="r" t="t"/>
              <a:pathLst>
                <a:path extrusionOk="0" h="15063" w="4080">
                  <a:moveTo>
                    <a:pt x="0" y="0"/>
                  </a:moveTo>
                  <a:cubicBezTo>
                    <a:pt x="0" y="961"/>
                    <a:pt x="237" y="1921"/>
                    <a:pt x="439" y="2870"/>
                  </a:cubicBezTo>
                  <a:cubicBezTo>
                    <a:pt x="747" y="4293"/>
                    <a:pt x="937" y="5088"/>
                    <a:pt x="1139" y="6464"/>
                  </a:cubicBezTo>
                  <a:cubicBezTo>
                    <a:pt x="1541" y="6209"/>
                    <a:pt x="2006" y="5972"/>
                    <a:pt x="2293" y="5972"/>
                  </a:cubicBezTo>
                  <a:cubicBezTo>
                    <a:pt x="2421" y="5972"/>
                    <a:pt x="2513" y="6019"/>
                    <a:pt x="2550" y="6132"/>
                  </a:cubicBezTo>
                  <a:cubicBezTo>
                    <a:pt x="3451" y="9108"/>
                    <a:pt x="1755" y="12322"/>
                    <a:pt x="3001" y="15062"/>
                  </a:cubicBezTo>
                  <a:cubicBezTo>
                    <a:pt x="3368" y="15050"/>
                    <a:pt x="3724" y="14932"/>
                    <a:pt x="4021" y="14789"/>
                  </a:cubicBezTo>
                  <a:cubicBezTo>
                    <a:pt x="4044" y="14754"/>
                    <a:pt x="4068" y="14730"/>
                    <a:pt x="4080" y="14694"/>
                  </a:cubicBezTo>
                  <a:cubicBezTo>
                    <a:pt x="3712" y="14528"/>
                    <a:pt x="3404" y="14362"/>
                    <a:pt x="3119" y="14149"/>
                  </a:cubicBezTo>
                  <a:cubicBezTo>
                    <a:pt x="2740" y="13864"/>
                    <a:pt x="2823" y="13508"/>
                    <a:pt x="2823" y="13508"/>
                  </a:cubicBezTo>
                  <a:cubicBezTo>
                    <a:pt x="2835" y="13366"/>
                    <a:pt x="2823" y="13212"/>
                    <a:pt x="2811" y="13070"/>
                  </a:cubicBezTo>
                  <a:cubicBezTo>
                    <a:pt x="3226" y="8693"/>
                    <a:pt x="3558" y="4376"/>
                    <a:pt x="3973" y="0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98"/>
            <p:cNvSpPr/>
            <p:nvPr/>
          </p:nvSpPr>
          <p:spPr>
            <a:xfrm>
              <a:off x="7014229" y="3060156"/>
              <a:ext cx="274037" cy="424518"/>
            </a:xfrm>
            <a:custGeom>
              <a:rect b="b" l="l" r="r" t="t"/>
              <a:pathLst>
                <a:path extrusionOk="0" h="6156" w="3974">
                  <a:moveTo>
                    <a:pt x="0" y="0"/>
                  </a:moveTo>
                  <a:cubicBezTo>
                    <a:pt x="0" y="961"/>
                    <a:pt x="237" y="1921"/>
                    <a:pt x="439" y="2870"/>
                  </a:cubicBezTo>
                  <a:cubicBezTo>
                    <a:pt x="735" y="4187"/>
                    <a:pt x="901" y="4969"/>
                    <a:pt x="1091" y="6155"/>
                  </a:cubicBezTo>
                  <a:cubicBezTo>
                    <a:pt x="1615" y="5898"/>
                    <a:pt x="2198" y="5767"/>
                    <a:pt x="2817" y="5767"/>
                  </a:cubicBezTo>
                  <a:cubicBezTo>
                    <a:pt x="3025" y="5767"/>
                    <a:pt x="3236" y="5782"/>
                    <a:pt x="3451" y="5811"/>
                  </a:cubicBezTo>
                  <a:cubicBezTo>
                    <a:pt x="3617" y="3878"/>
                    <a:pt x="3783" y="1945"/>
                    <a:pt x="39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98"/>
            <p:cNvSpPr/>
            <p:nvPr/>
          </p:nvSpPr>
          <p:spPr>
            <a:xfrm>
              <a:off x="6993748" y="2768180"/>
              <a:ext cx="364027" cy="681325"/>
            </a:xfrm>
            <a:custGeom>
              <a:rect b="b" l="l" r="r" t="t"/>
              <a:pathLst>
                <a:path extrusionOk="0" h="9880" w="5279">
                  <a:moveTo>
                    <a:pt x="771" y="0"/>
                  </a:moveTo>
                  <a:cubicBezTo>
                    <a:pt x="724" y="2005"/>
                    <a:pt x="511" y="1708"/>
                    <a:pt x="321" y="2538"/>
                  </a:cubicBezTo>
                  <a:cubicBezTo>
                    <a:pt x="238" y="2906"/>
                    <a:pt x="155" y="2989"/>
                    <a:pt x="107" y="3653"/>
                  </a:cubicBezTo>
                  <a:cubicBezTo>
                    <a:pt x="1" y="5053"/>
                    <a:pt x="1009" y="7448"/>
                    <a:pt x="902" y="9879"/>
                  </a:cubicBezTo>
                  <a:lnTo>
                    <a:pt x="5112" y="9856"/>
                  </a:lnTo>
                  <a:cubicBezTo>
                    <a:pt x="5148" y="8539"/>
                    <a:pt x="5278" y="4958"/>
                    <a:pt x="5266" y="3321"/>
                  </a:cubicBezTo>
                  <a:cubicBezTo>
                    <a:pt x="5266" y="2621"/>
                    <a:pt x="5100" y="2052"/>
                    <a:pt x="4934" y="1495"/>
                  </a:cubicBezTo>
                  <a:cubicBezTo>
                    <a:pt x="4780" y="949"/>
                    <a:pt x="4697" y="759"/>
                    <a:pt x="4531" y="214"/>
                  </a:cubicBezTo>
                  <a:cubicBezTo>
                    <a:pt x="4025" y="298"/>
                    <a:pt x="3519" y="344"/>
                    <a:pt x="3018" y="344"/>
                  </a:cubicBezTo>
                  <a:cubicBezTo>
                    <a:pt x="2251" y="344"/>
                    <a:pt x="1496" y="237"/>
                    <a:pt x="7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98"/>
            <p:cNvSpPr/>
            <p:nvPr/>
          </p:nvSpPr>
          <p:spPr>
            <a:xfrm>
              <a:off x="7038710" y="2747698"/>
              <a:ext cx="289621" cy="131714"/>
            </a:xfrm>
            <a:custGeom>
              <a:rect b="b" l="l" r="r" t="t"/>
              <a:pathLst>
                <a:path extrusionOk="0" h="1910" w="4200">
                  <a:moveTo>
                    <a:pt x="96" y="1"/>
                  </a:moveTo>
                  <a:lnTo>
                    <a:pt x="96" y="1"/>
                  </a:lnTo>
                  <a:cubicBezTo>
                    <a:pt x="119" y="440"/>
                    <a:pt x="119" y="926"/>
                    <a:pt x="1" y="1353"/>
                  </a:cubicBezTo>
                  <a:cubicBezTo>
                    <a:pt x="404" y="1685"/>
                    <a:pt x="997" y="1697"/>
                    <a:pt x="1507" y="1792"/>
                  </a:cubicBezTo>
                  <a:cubicBezTo>
                    <a:pt x="1960" y="1873"/>
                    <a:pt x="2305" y="1910"/>
                    <a:pt x="2589" y="1910"/>
                  </a:cubicBezTo>
                  <a:cubicBezTo>
                    <a:pt x="3258" y="1910"/>
                    <a:pt x="3592" y="1705"/>
                    <a:pt x="4199" y="1388"/>
                  </a:cubicBezTo>
                  <a:cubicBezTo>
                    <a:pt x="4092" y="1104"/>
                    <a:pt x="4104" y="748"/>
                    <a:pt x="4057" y="451"/>
                  </a:cubicBezTo>
                  <a:cubicBezTo>
                    <a:pt x="3803" y="470"/>
                    <a:pt x="3548" y="479"/>
                    <a:pt x="3292" y="479"/>
                  </a:cubicBezTo>
                  <a:cubicBezTo>
                    <a:pt x="2214" y="479"/>
                    <a:pt x="1131" y="317"/>
                    <a:pt x="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98"/>
            <p:cNvSpPr/>
            <p:nvPr/>
          </p:nvSpPr>
          <p:spPr>
            <a:xfrm>
              <a:off x="6959407" y="2350214"/>
              <a:ext cx="350097" cy="441689"/>
            </a:xfrm>
            <a:custGeom>
              <a:rect b="b" l="l" r="r" t="t"/>
              <a:pathLst>
                <a:path extrusionOk="0" h="6405" w="5077">
                  <a:moveTo>
                    <a:pt x="1341" y="1"/>
                  </a:moveTo>
                  <a:cubicBezTo>
                    <a:pt x="1258" y="13"/>
                    <a:pt x="1163" y="25"/>
                    <a:pt x="1068" y="37"/>
                  </a:cubicBezTo>
                  <a:cubicBezTo>
                    <a:pt x="842" y="60"/>
                    <a:pt x="605" y="84"/>
                    <a:pt x="416" y="203"/>
                  </a:cubicBezTo>
                  <a:cubicBezTo>
                    <a:pt x="0" y="452"/>
                    <a:pt x="0" y="997"/>
                    <a:pt x="119" y="1436"/>
                  </a:cubicBezTo>
                  <a:cubicBezTo>
                    <a:pt x="344" y="2266"/>
                    <a:pt x="831" y="3025"/>
                    <a:pt x="1080" y="3855"/>
                  </a:cubicBezTo>
                  <a:cubicBezTo>
                    <a:pt x="1293" y="4579"/>
                    <a:pt x="831" y="5705"/>
                    <a:pt x="1269" y="6061"/>
                  </a:cubicBezTo>
                  <a:cubicBezTo>
                    <a:pt x="1994" y="6298"/>
                    <a:pt x="2749" y="6405"/>
                    <a:pt x="3513" y="6405"/>
                  </a:cubicBezTo>
                  <a:cubicBezTo>
                    <a:pt x="4012" y="6405"/>
                    <a:pt x="4516" y="6359"/>
                    <a:pt x="5017" y="6275"/>
                  </a:cubicBezTo>
                  <a:cubicBezTo>
                    <a:pt x="4756" y="5421"/>
                    <a:pt x="4566" y="4555"/>
                    <a:pt x="4732" y="3689"/>
                  </a:cubicBezTo>
                  <a:cubicBezTo>
                    <a:pt x="4827" y="3120"/>
                    <a:pt x="5076" y="2563"/>
                    <a:pt x="4970" y="2005"/>
                  </a:cubicBezTo>
                  <a:cubicBezTo>
                    <a:pt x="4899" y="1638"/>
                    <a:pt x="4685" y="1282"/>
                    <a:pt x="4495" y="938"/>
                  </a:cubicBezTo>
                  <a:cubicBezTo>
                    <a:pt x="4163" y="357"/>
                    <a:pt x="3558" y="1"/>
                    <a:pt x="28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98"/>
            <p:cNvSpPr/>
            <p:nvPr/>
          </p:nvSpPr>
          <p:spPr>
            <a:xfrm>
              <a:off x="7016643" y="2350214"/>
              <a:ext cx="292863" cy="440930"/>
            </a:xfrm>
            <a:custGeom>
              <a:rect b="b" l="l" r="r" t="t"/>
              <a:pathLst>
                <a:path extrusionOk="0" h="6394" w="4247">
                  <a:moveTo>
                    <a:pt x="511" y="1"/>
                  </a:moveTo>
                  <a:cubicBezTo>
                    <a:pt x="428" y="13"/>
                    <a:pt x="333" y="25"/>
                    <a:pt x="238" y="37"/>
                  </a:cubicBezTo>
                  <a:cubicBezTo>
                    <a:pt x="155" y="37"/>
                    <a:pt x="84" y="48"/>
                    <a:pt x="1" y="60"/>
                  </a:cubicBezTo>
                  <a:cubicBezTo>
                    <a:pt x="36" y="606"/>
                    <a:pt x="202" y="1211"/>
                    <a:pt x="582" y="1602"/>
                  </a:cubicBezTo>
                  <a:cubicBezTo>
                    <a:pt x="1175" y="2195"/>
                    <a:pt x="2515" y="2491"/>
                    <a:pt x="2361" y="3227"/>
                  </a:cubicBezTo>
                  <a:cubicBezTo>
                    <a:pt x="2147" y="4460"/>
                    <a:pt x="2301" y="5516"/>
                    <a:pt x="2705" y="6393"/>
                  </a:cubicBezTo>
                  <a:cubicBezTo>
                    <a:pt x="3203" y="6393"/>
                    <a:pt x="3701" y="6358"/>
                    <a:pt x="4187" y="6275"/>
                  </a:cubicBezTo>
                  <a:cubicBezTo>
                    <a:pt x="3926" y="5421"/>
                    <a:pt x="3736" y="4555"/>
                    <a:pt x="3902" y="3689"/>
                  </a:cubicBezTo>
                  <a:cubicBezTo>
                    <a:pt x="3997" y="3120"/>
                    <a:pt x="4246" y="2563"/>
                    <a:pt x="4140" y="2005"/>
                  </a:cubicBezTo>
                  <a:cubicBezTo>
                    <a:pt x="4069" y="1638"/>
                    <a:pt x="3855" y="1282"/>
                    <a:pt x="3665" y="938"/>
                  </a:cubicBezTo>
                  <a:cubicBezTo>
                    <a:pt x="3333" y="357"/>
                    <a:pt x="2728" y="1"/>
                    <a:pt x="20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98"/>
            <p:cNvSpPr/>
            <p:nvPr/>
          </p:nvSpPr>
          <p:spPr>
            <a:xfrm>
              <a:off x="7091878" y="2317527"/>
              <a:ext cx="213561" cy="431896"/>
            </a:xfrm>
            <a:custGeom>
              <a:rect b="b" l="l" r="r" t="t"/>
              <a:pathLst>
                <a:path extrusionOk="0" h="6263" w="3097">
                  <a:moveTo>
                    <a:pt x="997" y="1"/>
                  </a:moveTo>
                  <a:cubicBezTo>
                    <a:pt x="798" y="43"/>
                    <a:pt x="598" y="65"/>
                    <a:pt x="399" y="65"/>
                  </a:cubicBezTo>
                  <a:cubicBezTo>
                    <a:pt x="266" y="65"/>
                    <a:pt x="134" y="55"/>
                    <a:pt x="1" y="36"/>
                  </a:cubicBezTo>
                  <a:lnTo>
                    <a:pt x="1" y="36"/>
                  </a:lnTo>
                  <a:cubicBezTo>
                    <a:pt x="534" y="688"/>
                    <a:pt x="1483" y="1080"/>
                    <a:pt x="1851" y="1815"/>
                  </a:cubicBezTo>
                  <a:cubicBezTo>
                    <a:pt x="2076" y="2242"/>
                    <a:pt x="2041" y="2752"/>
                    <a:pt x="1946" y="3215"/>
                  </a:cubicBezTo>
                  <a:cubicBezTo>
                    <a:pt x="1839" y="3689"/>
                    <a:pt x="1673" y="4151"/>
                    <a:pt x="1626" y="4626"/>
                  </a:cubicBezTo>
                  <a:cubicBezTo>
                    <a:pt x="1578" y="5100"/>
                    <a:pt x="1661" y="5598"/>
                    <a:pt x="2017" y="5978"/>
                  </a:cubicBezTo>
                  <a:cubicBezTo>
                    <a:pt x="2135" y="6096"/>
                    <a:pt x="2290" y="6215"/>
                    <a:pt x="2468" y="6251"/>
                  </a:cubicBezTo>
                  <a:cubicBezTo>
                    <a:pt x="2508" y="6258"/>
                    <a:pt x="2550" y="6262"/>
                    <a:pt x="2592" y="6262"/>
                  </a:cubicBezTo>
                  <a:cubicBezTo>
                    <a:pt x="2744" y="6262"/>
                    <a:pt x="2894" y="6211"/>
                    <a:pt x="2978" y="6108"/>
                  </a:cubicBezTo>
                  <a:cubicBezTo>
                    <a:pt x="3096" y="5966"/>
                    <a:pt x="3061" y="5776"/>
                    <a:pt x="3025" y="5610"/>
                  </a:cubicBezTo>
                  <a:cubicBezTo>
                    <a:pt x="2895" y="4839"/>
                    <a:pt x="3025" y="4045"/>
                    <a:pt x="3013" y="3262"/>
                  </a:cubicBezTo>
                  <a:cubicBezTo>
                    <a:pt x="3001" y="2467"/>
                    <a:pt x="2823" y="1637"/>
                    <a:pt x="2207" y="1044"/>
                  </a:cubicBezTo>
                  <a:cubicBezTo>
                    <a:pt x="1827" y="677"/>
                    <a:pt x="1293" y="428"/>
                    <a:pt x="99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98"/>
            <p:cNvSpPr/>
            <p:nvPr/>
          </p:nvSpPr>
          <p:spPr>
            <a:xfrm>
              <a:off x="7149941" y="2317527"/>
              <a:ext cx="155499" cy="428655"/>
            </a:xfrm>
            <a:custGeom>
              <a:rect b="b" l="l" r="r" t="t"/>
              <a:pathLst>
                <a:path extrusionOk="0" h="6216" w="2255">
                  <a:moveTo>
                    <a:pt x="155" y="1"/>
                  </a:moveTo>
                  <a:cubicBezTo>
                    <a:pt x="107" y="12"/>
                    <a:pt x="48" y="24"/>
                    <a:pt x="1" y="24"/>
                  </a:cubicBezTo>
                  <a:cubicBezTo>
                    <a:pt x="463" y="831"/>
                    <a:pt x="1270" y="1459"/>
                    <a:pt x="1697" y="2230"/>
                  </a:cubicBezTo>
                  <a:cubicBezTo>
                    <a:pt x="2254" y="3452"/>
                    <a:pt x="2124" y="4816"/>
                    <a:pt x="2005" y="6215"/>
                  </a:cubicBezTo>
                  <a:cubicBezTo>
                    <a:pt x="2053" y="6179"/>
                    <a:pt x="2100" y="6156"/>
                    <a:pt x="2136" y="6108"/>
                  </a:cubicBezTo>
                  <a:cubicBezTo>
                    <a:pt x="2254" y="5966"/>
                    <a:pt x="2219" y="5788"/>
                    <a:pt x="2183" y="5610"/>
                  </a:cubicBezTo>
                  <a:cubicBezTo>
                    <a:pt x="2053" y="4839"/>
                    <a:pt x="2183" y="4045"/>
                    <a:pt x="2171" y="3262"/>
                  </a:cubicBezTo>
                  <a:cubicBezTo>
                    <a:pt x="2159" y="2467"/>
                    <a:pt x="1981" y="1637"/>
                    <a:pt x="1365" y="1044"/>
                  </a:cubicBezTo>
                  <a:cubicBezTo>
                    <a:pt x="985" y="688"/>
                    <a:pt x="451" y="428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98"/>
            <p:cNvSpPr/>
            <p:nvPr/>
          </p:nvSpPr>
          <p:spPr>
            <a:xfrm>
              <a:off x="6992921" y="2408278"/>
              <a:ext cx="268314" cy="105164"/>
            </a:xfrm>
            <a:custGeom>
              <a:rect b="b" l="l" r="r" t="t"/>
              <a:pathLst>
                <a:path extrusionOk="0" h="1525" w="3891">
                  <a:moveTo>
                    <a:pt x="1" y="1"/>
                  </a:moveTo>
                  <a:lnTo>
                    <a:pt x="1" y="1"/>
                  </a:lnTo>
                  <a:cubicBezTo>
                    <a:pt x="131" y="499"/>
                    <a:pt x="617" y="890"/>
                    <a:pt x="1175" y="1057"/>
                  </a:cubicBezTo>
                  <a:cubicBezTo>
                    <a:pt x="1643" y="1199"/>
                    <a:pt x="2111" y="1525"/>
                    <a:pt x="2586" y="1525"/>
                  </a:cubicBezTo>
                  <a:cubicBezTo>
                    <a:pt x="2665" y="1525"/>
                    <a:pt x="2744" y="1516"/>
                    <a:pt x="2823" y="1495"/>
                  </a:cubicBezTo>
                  <a:cubicBezTo>
                    <a:pt x="3381" y="1353"/>
                    <a:pt x="3369" y="665"/>
                    <a:pt x="3891" y="428"/>
                  </a:cubicBezTo>
                  <a:lnTo>
                    <a:pt x="3891" y="428"/>
                  </a:lnTo>
                  <a:cubicBezTo>
                    <a:pt x="3449" y="509"/>
                    <a:pt x="3053" y="546"/>
                    <a:pt x="2677" y="546"/>
                  </a:cubicBezTo>
                  <a:cubicBezTo>
                    <a:pt x="1782" y="546"/>
                    <a:pt x="1003" y="335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98"/>
            <p:cNvSpPr/>
            <p:nvPr/>
          </p:nvSpPr>
          <p:spPr>
            <a:xfrm>
              <a:off x="7009264" y="2292356"/>
              <a:ext cx="181634" cy="66271"/>
            </a:xfrm>
            <a:custGeom>
              <a:rect b="b" l="l" r="r" t="t"/>
              <a:pathLst>
                <a:path extrusionOk="0" h="961" w="2634">
                  <a:moveTo>
                    <a:pt x="1793" y="1"/>
                  </a:moveTo>
                  <a:cubicBezTo>
                    <a:pt x="1729" y="1"/>
                    <a:pt x="1665" y="5"/>
                    <a:pt x="1602" y="10"/>
                  </a:cubicBezTo>
                  <a:cubicBezTo>
                    <a:pt x="1329" y="33"/>
                    <a:pt x="1045" y="57"/>
                    <a:pt x="772" y="81"/>
                  </a:cubicBezTo>
                  <a:cubicBezTo>
                    <a:pt x="641" y="93"/>
                    <a:pt x="499" y="105"/>
                    <a:pt x="380" y="176"/>
                  </a:cubicBezTo>
                  <a:cubicBezTo>
                    <a:pt x="214" y="294"/>
                    <a:pt x="48" y="757"/>
                    <a:pt x="1" y="959"/>
                  </a:cubicBezTo>
                  <a:cubicBezTo>
                    <a:pt x="69" y="960"/>
                    <a:pt x="136" y="961"/>
                    <a:pt x="203" y="961"/>
                  </a:cubicBezTo>
                  <a:cubicBezTo>
                    <a:pt x="1097" y="961"/>
                    <a:pt x="1868" y="835"/>
                    <a:pt x="2451" y="835"/>
                  </a:cubicBezTo>
                  <a:cubicBezTo>
                    <a:pt x="2514" y="835"/>
                    <a:pt x="2575" y="837"/>
                    <a:pt x="2634" y="840"/>
                  </a:cubicBezTo>
                  <a:cubicBezTo>
                    <a:pt x="2539" y="532"/>
                    <a:pt x="2408" y="176"/>
                    <a:pt x="2100" y="57"/>
                  </a:cubicBezTo>
                  <a:cubicBezTo>
                    <a:pt x="2004" y="13"/>
                    <a:pt x="1899" y="1"/>
                    <a:pt x="179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98"/>
            <p:cNvSpPr/>
            <p:nvPr/>
          </p:nvSpPr>
          <p:spPr>
            <a:xfrm>
              <a:off x="7631691" y="2204639"/>
              <a:ext cx="194667" cy="141575"/>
            </a:xfrm>
            <a:custGeom>
              <a:rect b="b" l="l" r="r" t="t"/>
              <a:pathLst>
                <a:path extrusionOk="0" h="2053" w="2823">
                  <a:moveTo>
                    <a:pt x="1661" y="1"/>
                  </a:moveTo>
                  <a:cubicBezTo>
                    <a:pt x="1376" y="60"/>
                    <a:pt x="1364" y="238"/>
                    <a:pt x="1068" y="333"/>
                  </a:cubicBezTo>
                  <a:cubicBezTo>
                    <a:pt x="985" y="369"/>
                    <a:pt x="925" y="440"/>
                    <a:pt x="902" y="523"/>
                  </a:cubicBezTo>
                  <a:cubicBezTo>
                    <a:pt x="854" y="855"/>
                    <a:pt x="664" y="1033"/>
                    <a:pt x="380" y="1234"/>
                  </a:cubicBezTo>
                  <a:lnTo>
                    <a:pt x="0" y="1400"/>
                  </a:lnTo>
                  <a:cubicBezTo>
                    <a:pt x="71" y="1578"/>
                    <a:pt x="178" y="1863"/>
                    <a:pt x="237" y="2053"/>
                  </a:cubicBezTo>
                  <a:cubicBezTo>
                    <a:pt x="593" y="1934"/>
                    <a:pt x="735" y="1780"/>
                    <a:pt x="1079" y="1685"/>
                  </a:cubicBezTo>
                  <a:cubicBezTo>
                    <a:pt x="1162" y="1673"/>
                    <a:pt x="1435" y="1649"/>
                    <a:pt x="1542" y="1638"/>
                  </a:cubicBezTo>
                  <a:cubicBezTo>
                    <a:pt x="1649" y="1626"/>
                    <a:pt x="1744" y="1578"/>
                    <a:pt x="1827" y="1495"/>
                  </a:cubicBezTo>
                  <a:cubicBezTo>
                    <a:pt x="1945" y="1389"/>
                    <a:pt x="2040" y="1317"/>
                    <a:pt x="1957" y="1199"/>
                  </a:cubicBezTo>
                  <a:cubicBezTo>
                    <a:pt x="2016" y="1128"/>
                    <a:pt x="2099" y="1104"/>
                    <a:pt x="2123" y="1033"/>
                  </a:cubicBezTo>
                  <a:cubicBezTo>
                    <a:pt x="2147" y="962"/>
                    <a:pt x="2123" y="926"/>
                    <a:pt x="2076" y="879"/>
                  </a:cubicBezTo>
                  <a:cubicBezTo>
                    <a:pt x="2123" y="855"/>
                    <a:pt x="2147" y="784"/>
                    <a:pt x="2147" y="724"/>
                  </a:cubicBezTo>
                  <a:cubicBezTo>
                    <a:pt x="2135" y="665"/>
                    <a:pt x="2040" y="582"/>
                    <a:pt x="1993" y="570"/>
                  </a:cubicBezTo>
                  <a:cubicBezTo>
                    <a:pt x="2147" y="475"/>
                    <a:pt x="2360" y="440"/>
                    <a:pt x="2503" y="369"/>
                  </a:cubicBezTo>
                  <a:cubicBezTo>
                    <a:pt x="2657" y="297"/>
                    <a:pt x="2799" y="286"/>
                    <a:pt x="2823" y="120"/>
                  </a:cubicBezTo>
                  <a:lnTo>
                    <a:pt x="2823" y="120"/>
                  </a:lnTo>
                  <a:cubicBezTo>
                    <a:pt x="2337" y="203"/>
                    <a:pt x="1815" y="345"/>
                    <a:pt x="1352" y="523"/>
                  </a:cubicBezTo>
                  <a:cubicBezTo>
                    <a:pt x="1364" y="440"/>
                    <a:pt x="1447" y="380"/>
                    <a:pt x="1506" y="333"/>
                  </a:cubicBezTo>
                  <a:cubicBezTo>
                    <a:pt x="1578" y="286"/>
                    <a:pt x="1566" y="297"/>
                    <a:pt x="1613" y="238"/>
                  </a:cubicBezTo>
                  <a:cubicBezTo>
                    <a:pt x="1661" y="167"/>
                    <a:pt x="1720" y="60"/>
                    <a:pt x="1661" y="1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98"/>
            <p:cNvSpPr/>
            <p:nvPr/>
          </p:nvSpPr>
          <p:spPr>
            <a:xfrm>
              <a:off x="6970854" y="2267669"/>
              <a:ext cx="739362" cy="215086"/>
            </a:xfrm>
            <a:custGeom>
              <a:rect b="b" l="l" r="r" t="t"/>
              <a:pathLst>
                <a:path extrusionOk="0" h="3119" w="10722">
                  <a:moveTo>
                    <a:pt x="10295" y="0"/>
                  </a:moveTo>
                  <a:cubicBezTo>
                    <a:pt x="8675" y="690"/>
                    <a:pt x="6891" y="1011"/>
                    <a:pt x="5114" y="1011"/>
                  </a:cubicBezTo>
                  <a:cubicBezTo>
                    <a:pt x="4509" y="1011"/>
                    <a:pt x="3905" y="974"/>
                    <a:pt x="3309" y="901"/>
                  </a:cubicBezTo>
                  <a:cubicBezTo>
                    <a:pt x="2844" y="842"/>
                    <a:pt x="2387" y="774"/>
                    <a:pt x="1924" y="774"/>
                  </a:cubicBezTo>
                  <a:cubicBezTo>
                    <a:pt x="1833" y="774"/>
                    <a:pt x="1741" y="777"/>
                    <a:pt x="1649" y="783"/>
                  </a:cubicBezTo>
                  <a:cubicBezTo>
                    <a:pt x="1127" y="818"/>
                    <a:pt x="510" y="973"/>
                    <a:pt x="202" y="1423"/>
                  </a:cubicBezTo>
                  <a:cubicBezTo>
                    <a:pt x="131" y="1518"/>
                    <a:pt x="83" y="1625"/>
                    <a:pt x="72" y="1744"/>
                  </a:cubicBezTo>
                  <a:cubicBezTo>
                    <a:pt x="0" y="2242"/>
                    <a:pt x="510" y="2799"/>
                    <a:pt x="902" y="2918"/>
                  </a:cubicBezTo>
                  <a:cubicBezTo>
                    <a:pt x="1410" y="3063"/>
                    <a:pt x="1932" y="3119"/>
                    <a:pt x="2460" y="3119"/>
                  </a:cubicBezTo>
                  <a:cubicBezTo>
                    <a:pt x="3484" y="3119"/>
                    <a:pt x="4529" y="2908"/>
                    <a:pt x="5539" y="2728"/>
                  </a:cubicBezTo>
                  <a:cubicBezTo>
                    <a:pt x="7069" y="2455"/>
                    <a:pt x="8207" y="2040"/>
                    <a:pt x="9642" y="1447"/>
                  </a:cubicBezTo>
                  <a:cubicBezTo>
                    <a:pt x="9903" y="1340"/>
                    <a:pt x="10366" y="1103"/>
                    <a:pt x="10722" y="890"/>
                  </a:cubicBezTo>
                  <a:cubicBezTo>
                    <a:pt x="10579" y="652"/>
                    <a:pt x="10437" y="225"/>
                    <a:pt x="102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98"/>
            <p:cNvSpPr/>
            <p:nvPr/>
          </p:nvSpPr>
          <p:spPr>
            <a:xfrm>
              <a:off x="7638242" y="2263531"/>
              <a:ext cx="74474" cy="95785"/>
            </a:xfrm>
            <a:custGeom>
              <a:rect b="b" l="l" r="r" t="t"/>
              <a:pathLst>
                <a:path extrusionOk="0" h="1389" w="1080">
                  <a:moveTo>
                    <a:pt x="629" y="1"/>
                  </a:moveTo>
                  <a:cubicBezTo>
                    <a:pt x="415" y="96"/>
                    <a:pt x="214" y="167"/>
                    <a:pt x="0" y="250"/>
                  </a:cubicBezTo>
                  <a:cubicBezTo>
                    <a:pt x="154" y="618"/>
                    <a:pt x="237" y="1009"/>
                    <a:pt x="308" y="1388"/>
                  </a:cubicBezTo>
                  <a:cubicBezTo>
                    <a:pt x="557" y="1270"/>
                    <a:pt x="842" y="1116"/>
                    <a:pt x="1079" y="973"/>
                  </a:cubicBezTo>
                  <a:cubicBezTo>
                    <a:pt x="937" y="724"/>
                    <a:pt x="783" y="250"/>
                    <a:pt x="6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98"/>
            <p:cNvSpPr/>
            <p:nvPr/>
          </p:nvSpPr>
          <p:spPr>
            <a:xfrm>
              <a:off x="7221107" y="2461170"/>
              <a:ext cx="230732" cy="347145"/>
            </a:xfrm>
            <a:custGeom>
              <a:rect b="b" l="l" r="r" t="t"/>
              <a:pathLst>
                <a:path extrusionOk="0" h="5034" w="3346">
                  <a:moveTo>
                    <a:pt x="1526" y="0"/>
                  </a:moveTo>
                  <a:cubicBezTo>
                    <a:pt x="1444" y="0"/>
                    <a:pt x="1368" y="56"/>
                    <a:pt x="1341" y="147"/>
                  </a:cubicBezTo>
                  <a:lnTo>
                    <a:pt x="36" y="4701"/>
                  </a:lnTo>
                  <a:cubicBezTo>
                    <a:pt x="1" y="4820"/>
                    <a:pt x="84" y="4939"/>
                    <a:pt x="214" y="4950"/>
                  </a:cubicBezTo>
                  <a:lnTo>
                    <a:pt x="1732" y="5033"/>
                  </a:lnTo>
                  <a:cubicBezTo>
                    <a:pt x="1815" y="5033"/>
                    <a:pt x="1898" y="4974"/>
                    <a:pt x="1922" y="4903"/>
                  </a:cubicBezTo>
                  <a:lnTo>
                    <a:pt x="3309" y="930"/>
                  </a:lnTo>
                  <a:cubicBezTo>
                    <a:pt x="3345" y="835"/>
                    <a:pt x="3298" y="728"/>
                    <a:pt x="3203" y="681"/>
                  </a:cubicBezTo>
                  <a:lnTo>
                    <a:pt x="1602" y="17"/>
                  </a:lnTo>
                  <a:cubicBezTo>
                    <a:pt x="1577" y="6"/>
                    <a:pt x="1551" y="0"/>
                    <a:pt x="15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98"/>
            <p:cNvSpPr/>
            <p:nvPr/>
          </p:nvSpPr>
          <p:spPr>
            <a:xfrm>
              <a:off x="7226003" y="2465859"/>
              <a:ext cx="232318" cy="349007"/>
            </a:xfrm>
            <a:custGeom>
              <a:rect b="b" l="l" r="r" t="t"/>
              <a:pathLst>
                <a:path extrusionOk="0" h="5061" w="3369">
                  <a:moveTo>
                    <a:pt x="1493" y="1"/>
                  </a:moveTo>
                  <a:cubicBezTo>
                    <a:pt x="1448" y="1"/>
                    <a:pt x="1407" y="33"/>
                    <a:pt x="1388" y="79"/>
                  </a:cubicBezTo>
                  <a:lnTo>
                    <a:pt x="24" y="4835"/>
                  </a:lnTo>
                  <a:cubicBezTo>
                    <a:pt x="1" y="4894"/>
                    <a:pt x="48" y="4965"/>
                    <a:pt x="119" y="4965"/>
                  </a:cubicBezTo>
                  <a:lnTo>
                    <a:pt x="1803" y="5060"/>
                  </a:lnTo>
                  <a:cubicBezTo>
                    <a:pt x="1851" y="5060"/>
                    <a:pt x="1898" y="5037"/>
                    <a:pt x="1922" y="4989"/>
                  </a:cubicBezTo>
                  <a:lnTo>
                    <a:pt x="3357" y="886"/>
                  </a:lnTo>
                  <a:cubicBezTo>
                    <a:pt x="3369" y="826"/>
                    <a:pt x="3345" y="767"/>
                    <a:pt x="3298" y="743"/>
                  </a:cubicBezTo>
                  <a:lnTo>
                    <a:pt x="1531" y="8"/>
                  </a:lnTo>
                  <a:cubicBezTo>
                    <a:pt x="1518" y="3"/>
                    <a:pt x="1505" y="1"/>
                    <a:pt x="14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98"/>
            <p:cNvSpPr/>
            <p:nvPr/>
          </p:nvSpPr>
          <p:spPr>
            <a:xfrm>
              <a:off x="7368336" y="2558817"/>
              <a:ext cx="94127" cy="155436"/>
            </a:xfrm>
            <a:custGeom>
              <a:rect b="b" l="l" r="r" t="t"/>
              <a:pathLst>
                <a:path extrusionOk="0" h="2254" w="1365">
                  <a:moveTo>
                    <a:pt x="487" y="1388"/>
                  </a:moveTo>
                  <a:cubicBezTo>
                    <a:pt x="546" y="1400"/>
                    <a:pt x="605" y="1411"/>
                    <a:pt x="653" y="1423"/>
                  </a:cubicBezTo>
                  <a:lnTo>
                    <a:pt x="641" y="1471"/>
                  </a:lnTo>
                  <a:cubicBezTo>
                    <a:pt x="593" y="1435"/>
                    <a:pt x="546" y="1411"/>
                    <a:pt x="487" y="1388"/>
                  </a:cubicBezTo>
                  <a:close/>
                  <a:moveTo>
                    <a:pt x="973" y="0"/>
                  </a:moveTo>
                  <a:cubicBezTo>
                    <a:pt x="842" y="36"/>
                    <a:pt x="771" y="190"/>
                    <a:pt x="807" y="309"/>
                  </a:cubicBezTo>
                  <a:cubicBezTo>
                    <a:pt x="831" y="392"/>
                    <a:pt x="890" y="463"/>
                    <a:pt x="925" y="546"/>
                  </a:cubicBezTo>
                  <a:cubicBezTo>
                    <a:pt x="925" y="581"/>
                    <a:pt x="937" y="605"/>
                    <a:pt x="937" y="641"/>
                  </a:cubicBezTo>
                  <a:cubicBezTo>
                    <a:pt x="914" y="724"/>
                    <a:pt x="890" y="819"/>
                    <a:pt x="854" y="902"/>
                  </a:cubicBezTo>
                  <a:cubicBezTo>
                    <a:pt x="712" y="866"/>
                    <a:pt x="581" y="842"/>
                    <a:pt x="439" y="819"/>
                  </a:cubicBezTo>
                  <a:cubicBezTo>
                    <a:pt x="415" y="819"/>
                    <a:pt x="392" y="813"/>
                    <a:pt x="371" y="813"/>
                  </a:cubicBezTo>
                  <a:cubicBezTo>
                    <a:pt x="361" y="813"/>
                    <a:pt x="352" y="815"/>
                    <a:pt x="344" y="819"/>
                  </a:cubicBezTo>
                  <a:cubicBezTo>
                    <a:pt x="309" y="830"/>
                    <a:pt x="285" y="854"/>
                    <a:pt x="285" y="890"/>
                  </a:cubicBezTo>
                  <a:cubicBezTo>
                    <a:pt x="297" y="925"/>
                    <a:pt x="332" y="949"/>
                    <a:pt x="368" y="961"/>
                  </a:cubicBezTo>
                  <a:cubicBezTo>
                    <a:pt x="498" y="1020"/>
                    <a:pt x="617" y="1068"/>
                    <a:pt x="747" y="1127"/>
                  </a:cubicBezTo>
                  <a:lnTo>
                    <a:pt x="736" y="1162"/>
                  </a:lnTo>
                  <a:cubicBezTo>
                    <a:pt x="570" y="1127"/>
                    <a:pt x="404" y="1091"/>
                    <a:pt x="238" y="1056"/>
                  </a:cubicBezTo>
                  <a:cubicBezTo>
                    <a:pt x="213" y="1051"/>
                    <a:pt x="185" y="1046"/>
                    <a:pt x="157" y="1046"/>
                  </a:cubicBezTo>
                  <a:cubicBezTo>
                    <a:pt x="116" y="1046"/>
                    <a:pt x="76" y="1056"/>
                    <a:pt x="48" y="1091"/>
                  </a:cubicBezTo>
                  <a:cubicBezTo>
                    <a:pt x="24" y="1127"/>
                    <a:pt x="24" y="1186"/>
                    <a:pt x="60" y="1222"/>
                  </a:cubicBezTo>
                  <a:cubicBezTo>
                    <a:pt x="83" y="1257"/>
                    <a:pt x="119" y="1293"/>
                    <a:pt x="166" y="1305"/>
                  </a:cubicBezTo>
                  <a:cubicBezTo>
                    <a:pt x="143" y="1305"/>
                    <a:pt x="119" y="1305"/>
                    <a:pt x="95" y="1317"/>
                  </a:cubicBezTo>
                  <a:cubicBezTo>
                    <a:pt x="60" y="1340"/>
                    <a:pt x="48" y="1388"/>
                    <a:pt x="60" y="1435"/>
                  </a:cubicBezTo>
                  <a:cubicBezTo>
                    <a:pt x="83" y="1506"/>
                    <a:pt x="155" y="1542"/>
                    <a:pt x="214" y="1578"/>
                  </a:cubicBezTo>
                  <a:cubicBezTo>
                    <a:pt x="332" y="1637"/>
                    <a:pt x="439" y="1696"/>
                    <a:pt x="546" y="1755"/>
                  </a:cubicBezTo>
                  <a:lnTo>
                    <a:pt x="498" y="1921"/>
                  </a:lnTo>
                  <a:lnTo>
                    <a:pt x="60" y="2135"/>
                  </a:lnTo>
                  <a:cubicBezTo>
                    <a:pt x="36" y="2147"/>
                    <a:pt x="12" y="2159"/>
                    <a:pt x="0" y="2182"/>
                  </a:cubicBezTo>
                  <a:cubicBezTo>
                    <a:pt x="0" y="2206"/>
                    <a:pt x="24" y="2230"/>
                    <a:pt x="48" y="2242"/>
                  </a:cubicBezTo>
                  <a:cubicBezTo>
                    <a:pt x="71" y="2254"/>
                    <a:pt x="95" y="2254"/>
                    <a:pt x="131" y="2254"/>
                  </a:cubicBezTo>
                  <a:cubicBezTo>
                    <a:pt x="226" y="2242"/>
                    <a:pt x="309" y="2230"/>
                    <a:pt x="404" y="2206"/>
                  </a:cubicBezTo>
                  <a:lnTo>
                    <a:pt x="427" y="2206"/>
                  </a:lnTo>
                  <a:cubicBezTo>
                    <a:pt x="463" y="2194"/>
                    <a:pt x="487" y="2194"/>
                    <a:pt x="522" y="2182"/>
                  </a:cubicBezTo>
                  <a:cubicBezTo>
                    <a:pt x="534" y="2182"/>
                    <a:pt x="546" y="2182"/>
                    <a:pt x="558" y="2171"/>
                  </a:cubicBezTo>
                  <a:cubicBezTo>
                    <a:pt x="617" y="2159"/>
                    <a:pt x="676" y="2135"/>
                    <a:pt x="747" y="2111"/>
                  </a:cubicBezTo>
                  <a:cubicBezTo>
                    <a:pt x="795" y="2099"/>
                    <a:pt x="842" y="2076"/>
                    <a:pt x="902" y="2064"/>
                  </a:cubicBezTo>
                  <a:cubicBezTo>
                    <a:pt x="1020" y="2016"/>
                    <a:pt x="1139" y="1969"/>
                    <a:pt x="1222" y="1874"/>
                  </a:cubicBezTo>
                  <a:cubicBezTo>
                    <a:pt x="1364" y="1720"/>
                    <a:pt x="1340" y="1459"/>
                    <a:pt x="1281" y="1245"/>
                  </a:cubicBezTo>
                  <a:cubicBezTo>
                    <a:pt x="1269" y="1198"/>
                    <a:pt x="1257" y="1151"/>
                    <a:pt x="1246" y="1103"/>
                  </a:cubicBezTo>
                  <a:cubicBezTo>
                    <a:pt x="1246" y="1091"/>
                    <a:pt x="1234" y="1091"/>
                    <a:pt x="1234" y="1079"/>
                  </a:cubicBezTo>
                  <a:cubicBezTo>
                    <a:pt x="1210" y="996"/>
                    <a:pt x="1198" y="913"/>
                    <a:pt x="1186" y="830"/>
                  </a:cubicBezTo>
                  <a:cubicBezTo>
                    <a:pt x="1210" y="735"/>
                    <a:pt x="1246" y="652"/>
                    <a:pt x="1234" y="569"/>
                  </a:cubicBezTo>
                  <a:cubicBezTo>
                    <a:pt x="1222" y="534"/>
                    <a:pt x="1210" y="498"/>
                    <a:pt x="1198" y="463"/>
                  </a:cubicBezTo>
                  <a:cubicBezTo>
                    <a:pt x="1127" y="309"/>
                    <a:pt x="1044" y="154"/>
                    <a:pt x="973" y="0"/>
                  </a:cubicBezTo>
                  <a:close/>
                </a:path>
              </a:pathLst>
            </a:custGeom>
            <a:solidFill>
              <a:srgbClr val="885D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99"/>
          <p:cNvSpPr/>
          <p:nvPr/>
        </p:nvSpPr>
        <p:spPr>
          <a:xfrm>
            <a:off x="343175" y="336600"/>
            <a:ext cx="8469300" cy="44703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7" name="Google Shape;977;p99"/>
          <p:cNvGrpSpPr/>
          <p:nvPr/>
        </p:nvGrpSpPr>
        <p:grpSpPr>
          <a:xfrm>
            <a:off x="789394" y="1450348"/>
            <a:ext cx="2814254" cy="2978109"/>
            <a:chOff x="-3721625" y="53107"/>
            <a:chExt cx="3414528" cy="3613333"/>
          </a:xfrm>
        </p:grpSpPr>
        <p:sp>
          <p:nvSpPr>
            <p:cNvPr id="978" name="Google Shape;978;p99"/>
            <p:cNvSpPr/>
            <p:nvPr/>
          </p:nvSpPr>
          <p:spPr>
            <a:xfrm>
              <a:off x="-3053655" y="1801320"/>
              <a:ext cx="421328" cy="303067"/>
            </a:xfrm>
            <a:custGeom>
              <a:rect b="b" l="l" r="r" t="t"/>
              <a:pathLst>
                <a:path extrusionOk="0" h="3336" w="4638">
                  <a:moveTo>
                    <a:pt x="1608" y="40"/>
                  </a:moveTo>
                  <a:cubicBezTo>
                    <a:pt x="1553" y="40"/>
                    <a:pt x="1500" y="46"/>
                    <a:pt x="1447" y="60"/>
                  </a:cubicBezTo>
                  <a:cubicBezTo>
                    <a:pt x="1163" y="131"/>
                    <a:pt x="202" y="1"/>
                    <a:pt x="95" y="285"/>
                  </a:cubicBezTo>
                  <a:cubicBezTo>
                    <a:pt x="0" y="558"/>
                    <a:pt x="783" y="1317"/>
                    <a:pt x="783" y="1626"/>
                  </a:cubicBezTo>
                  <a:cubicBezTo>
                    <a:pt x="1293" y="1827"/>
                    <a:pt x="1673" y="2266"/>
                    <a:pt x="2076" y="2645"/>
                  </a:cubicBezTo>
                  <a:cubicBezTo>
                    <a:pt x="2460" y="3007"/>
                    <a:pt x="2930" y="3336"/>
                    <a:pt x="3445" y="3336"/>
                  </a:cubicBezTo>
                  <a:cubicBezTo>
                    <a:pt x="3470" y="3336"/>
                    <a:pt x="3497" y="3335"/>
                    <a:pt x="3523" y="3333"/>
                  </a:cubicBezTo>
                  <a:cubicBezTo>
                    <a:pt x="3902" y="3298"/>
                    <a:pt x="4246" y="3084"/>
                    <a:pt x="4436" y="2752"/>
                  </a:cubicBezTo>
                  <a:cubicBezTo>
                    <a:pt x="4626" y="2432"/>
                    <a:pt x="4637" y="2017"/>
                    <a:pt x="4471" y="1673"/>
                  </a:cubicBezTo>
                  <a:cubicBezTo>
                    <a:pt x="4294" y="1329"/>
                    <a:pt x="3961" y="1080"/>
                    <a:pt x="3618" y="890"/>
                  </a:cubicBezTo>
                  <a:cubicBezTo>
                    <a:pt x="3226" y="665"/>
                    <a:pt x="2811" y="475"/>
                    <a:pt x="2396" y="297"/>
                  </a:cubicBezTo>
                  <a:cubicBezTo>
                    <a:pt x="2160" y="189"/>
                    <a:pt x="1874" y="40"/>
                    <a:pt x="1608" y="40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99"/>
            <p:cNvSpPr/>
            <p:nvPr/>
          </p:nvSpPr>
          <p:spPr>
            <a:xfrm>
              <a:off x="-2982525" y="1820762"/>
              <a:ext cx="296328" cy="283626"/>
            </a:xfrm>
            <a:custGeom>
              <a:rect b="b" l="l" r="r" t="t"/>
              <a:pathLst>
                <a:path extrusionOk="0" h="3122" w="3262">
                  <a:moveTo>
                    <a:pt x="498" y="0"/>
                  </a:moveTo>
                  <a:cubicBezTo>
                    <a:pt x="320" y="119"/>
                    <a:pt x="178" y="309"/>
                    <a:pt x="107" y="510"/>
                  </a:cubicBezTo>
                  <a:cubicBezTo>
                    <a:pt x="12" y="795"/>
                    <a:pt x="0" y="1103"/>
                    <a:pt x="0" y="1400"/>
                  </a:cubicBezTo>
                  <a:cubicBezTo>
                    <a:pt x="510" y="1613"/>
                    <a:pt x="890" y="2040"/>
                    <a:pt x="1293" y="2420"/>
                  </a:cubicBezTo>
                  <a:cubicBezTo>
                    <a:pt x="1677" y="2781"/>
                    <a:pt x="2148" y="3122"/>
                    <a:pt x="2664" y="3122"/>
                  </a:cubicBezTo>
                  <a:cubicBezTo>
                    <a:pt x="2689" y="3122"/>
                    <a:pt x="2714" y="3121"/>
                    <a:pt x="2740" y="3119"/>
                  </a:cubicBezTo>
                  <a:cubicBezTo>
                    <a:pt x="2882" y="3107"/>
                    <a:pt x="3024" y="3060"/>
                    <a:pt x="3155" y="3001"/>
                  </a:cubicBezTo>
                  <a:cubicBezTo>
                    <a:pt x="3262" y="2609"/>
                    <a:pt x="3190" y="2171"/>
                    <a:pt x="3036" y="1755"/>
                  </a:cubicBezTo>
                  <a:cubicBezTo>
                    <a:pt x="2597" y="783"/>
                    <a:pt x="1589" y="12"/>
                    <a:pt x="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99"/>
            <p:cNvSpPr/>
            <p:nvPr/>
          </p:nvSpPr>
          <p:spPr>
            <a:xfrm>
              <a:off x="-2960995" y="1845473"/>
              <a:ext cx="314678" cy="264185"/>
            </a:xfrm>
            <a:custGeom>
              <a:rect b="b" l="l" r="r" t="t"/>
              <a:pathLst>
                <a:path extrusionOk="0" h="2908" w="3464">
                  <a:moveTo>
                    <a:pt x="736" y="1"/>
                  </a:moveTo>
                  <a:lnTo>
                    <a:pt x="736" y="1"/>
                  </a:lnTo>
                  <a:cubicBezTo>
                    <a:pt x="747" y="855"/>
                    <a:pt x="463" y="1578"/>
                    <a:pt x="0" y="2183"/>
                  </a:cubicBezTo>
                  <a:cubicBezTo>
                    <a:pt x="60" y="2207"/>
                    <a:pt x="119" y="2219"/>
                    <a:pt x="178" y="2242"/>
                  </a:cubicBezTo>
                  <a:cubicBezTo>
                    <a:pt x="581" y="2397"/>
                    <a:pt x="949" y="2598"/>
                    <a:pt x="1340" y="2741"/>
                  </a:cubicBezTo>
                  <a:cubicBezTo>
                    <a:pt x="1608" y="2838"/>
                    <a:pt x="1898" y="2908"/>
                    <a:pt x="2184" y="2908"/>
                  </a:cubicBezTo>
                  <a:cubicBezTo>
                    <a:pt x="2316" y="2908"/>
                    <a:pt x="2447" y="2893"/>
                    <a:pt x="2574" y="2859"/>
                  </a:cubicBezTo>
                  <a:cubicBezTo>
                    <a:pt x="2977" y="2764"/>
                    <a:pt x="3357" y="2444"/>
                    <a:pt x="3416" y="2029"/>
                  </a:cubicBezTo>
                  <a:cubicBezTo>
                    <a:pt x="3463" y="1649"/>
                    <a:pt x="3262" y="1270"/>
                    <a:pt x="2977" y="1033"/>
                  </a:cubicBezTo>
                  <a:cubicBezTo>
                    <a:pt x="2681" y="784"/>
                    <a:pt x="2325" y="641"/>
                    <a:pt x="1969" y="499"/>
                  </a:cubicBezTo>
                  <a:cubicBezTo>
                    <a:pt x="1554" y="333"/>
                    <a:pt x="1139" y="167"/>
                    <a:pt x="736" y="1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99"/>
            <p:cNvSpPr/>
            <p:nvPr/>
          </p:nvSpPr>
          <p:spPr>
            <a:xfrm>
              <a:off x="-2960995" y="1989923"/>
              <a:ext cx="296328" cy="119737"/>
            </a:xfrm>
            <a:custGeom>
              <a:rect b="b" l="l" r="r" t="t"/>
              <a:pathLst>
                <a:path extrusionOk="0" h="1318" w="3262">
                  <a:moveTo>
                    <a:pt x="368" y="0"/>
                  </a:moveTo>
                  <a:cubicBezTo>
                    <a:pt x="261" y="214"/>
                    <a:pt x="143" y="403"/>
                    <a:pt x="0" y="593"/>
                  </a:cubicBezTo>
                  <a:cubicBezTo>
                    <a:pt x="60" y="617"/>
                    <a:pt x="119" y="629"/>
                    <a:pt x="178" y="652"/>
                  </a:cubicBezTo>
                  <a:cubicBezTo>
                    <a:pt x="581" y="807"/>
                    <a:pt x="949" y="1008"/>
                    <a:pt x="1340" y="1151"/>
                  </a:cubicBezTo>
                  <a:cubicBezTo>
                    <a:pt x="1608" y="1248"/>
                    <a:pt x="1898" y="1318"/>
                    <a:pt x="2184" y="1318"/>
                  </a:cubicBezTo>
                  <a:cubicBezTo>
                    <a:pt x="2316" y="1318"/>
                    <a:pt x="2447" y="1303"/>
                    <a:pt x="2574" y="1269"/>
                  </a:cubicBezTo>
                  <a:cubicBezTo>
                    <a:pt x="2847" y="1210"/>
                    <a:pt x="3096" y="1032"/>
                    <a:pt x="3262" y="807"/>
                  </a:cubicBezTo>
                  <a:lnTo>
                    <a:pt x="3262" y="807"/>
                  </a:lnTo>
                  <a:cubicBezTo>
                    <a:pt x="3217" y="808"/>
                    <a:pt x="3171" y="809"/>
                    <a:pt x="3126" y="809"/>
                  </a:cubicBezTo>
                  <a:cubicBezTo>
                    <a:pt x="2216" y="809"/>
                    <a:pt x="1249" y="475"/>
                    <a:pt x="368" y="0"/>
                  </a:cubicBezTo>
                  <a:close/>
                </a:path>
              </a:pathLst>
            </a:custGeom>
            <a:solidFill>
              <a:srgbClr val="885D39">
                <a:alpha val="42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82" name="Google Shape;982;p99"/>
            <p:cNvGrpSpPr/>
            <p:nvPr/>
          </p:nvGrpSpPr>
          <p:grpSpPr>
            <a:xfrm>
              <a:off x="-3160539" y="53107"/>
              <a:ext cx="2853442" cy="1717482"/>
              <a:chOff x="3016932" y="858943"/>
              <a:chExt cx="2179531" cy="1311856"/>
            </a:xfrm>
          </p:grpSpPr>
          <p:sp>
            <p:nvSpPr>
              <p:cNvPr id="983" name="Google Shape;983;p99"/>
              <p:cNvSpPr/>
              <p:nvPr/>
            </p:nvSpPr>
            <p:spPr>
              <a:xfrm flipH="1">
                <a:off x="3016932" y="858943"/>
                <a:ext cx="2179531" cy="1311856"/>
              </a:xfrm>
              <a:custGeom>
                <a:rect b="b" l="l" r="r" t="t"/>
                <a:pathLst>
                  <a:path extrusionOk="0" h="17375" w="28867">
                    <a:moveTo>
                      <a:pt x="0" y="0"/>
                    </a:moveTo>
                    <a:lnTo>
                      <a:pt x="0" y="17375"/>
                    </a:lnTo>
                    <a:lnTo>
                      <a:pt x="28867" y="17375"/>
                    </a:lnTo>
                    <a:lnTo>
                      <a:pt x="2886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4" name="Google Shape;984;p99"/>
              <p:cNvSpPr/>
              <p:nvPr/>
            </p:nvSpPr>
            <p:spPr>
              <a:xfrm flipH="1">
                <a:off x="3043774" y="994994"/>
                <a:ext cx="651964" cy="652870"/>
              </a:xfrm>
              <a:custGeom>
                <a:rect b="b" l="l" r="r" t="t"/>
                <a:pathLst>
                  <a:path extrusionOk="0" h="8647" w="8635">
                    <a:moveTo>
                      <a:pt x="4317" y="1"/>
                    </a:moveTo>
                    <a:cubicBezTo>
                      <a:pt x="1933" y="1"/>
                      <a:pt x="0" y="1934"/>
                      <a:pt x="0" y="4318"/>
                    </a:cubicBezTo>
                    <a:cubicBezTo>
                      <a:pt x="0" y="6702"/>
                      <a:pt x="1933" y="8647"/>
                      <a:pt x="4317" y="8647"/>
                    </a:cubicBezTo>
                    <a:cubicBezTo>
                      <a:pt x="6701" y="8647"/>
                      <a:pt x="8634" y="6702"/>
                      <a:pt x="8634" y="4318"/>
                    </a:cubicBezTo>
                    <a:cubicBezTo>
                      <a:pt x="8634" y="1934"/>
                      <a:pt x="6701" y="1"/>
                      <a:pt x="4317" y="1"/>
                    </a:cubicBezTo>
                    <a:close/>
                  </a:path>
                </a:pathLst>
              </a:custGeom>
              <a:solidFill>
                <a:srgbClr val="FAA70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99"/>
              <p:cNvSpPr/>
              <p:nvPr/>
            </p:nvSpPr>
            <p:spPr>
              <a:xfrm flipH="1">
                <a:off x="3233666" y="994994"/>
                <a:ext cx="368981" cy="331380"/>
              </a:xfrm>
              <a:custGeom>
                <a:rect b="b" l="l" r="r" t="t"/>
                <a:pathLst>
                  <a:path extrusionOk="0" h="4389" w="4887">
                    <a:moveTo>
                      <a:pt x="3060" y="1"/>
                    </a:moveTo>
                    <a:cubicBezTo>
                      <a:pt x="1862" y="13"/>
                      <a:pt x="771" y="511"/>
                      <a:pt x="1" y="1305"/>
                    </a:cubicBezTo>
                    <a:lnTo>
                      <a:pt x="2871" y="4389"/>
                    </a:lnTo>
                    <a:lnTo>
                      <a:pt x="4887" y="404"/>
                    </a:lnTo>
                    <a:cubicBezTo>
                      <a:pt x="4329" y="143"/>
                      <a:pt x="3713" y="1"/>
                      <a:pt x="30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6" name="Google Shape;986;p99"/>
              <p:cNvSpPr/>
              <p:nvPr/>
            </p:nvSpPr>
            <p:spPr>
              <a:xfrm flipH="1">
                <a:off x="3089462" y="1025496"/>
                <a:ext cx="296498" cy="303596"/>
              </a:xfrm>
              <a:custGeom>
                <a:rect b="b" l="l" r="r" t="t"/>
                <a:pathLst>
                  <a:path extrusionOk="0" h="4021" w="3927">
                    <a:moveTo>
                      <a:pt x="2017" y="0"/>
                    </a:moveTo>
                    <a:lnTo>
                      <a:pt x="1" y="3985"/>
                    </a:lnTo>
                    <a:lnTo>
                      <a:pt x="36" y="4020"/>
                    </a:lnTo>
                    <a:lnTo>
                      <a:pt x="3926" y="1708"/>
                    </a:lnTo>
                    <a:cubicBezTo>
                      <a:pt x="3475" y="961"/>
                      <a:pt x="2811" y="368"/>
                      <a:pt x="201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7" name="Google Shape;987;p99"/>
              <p:cNvSpPr/>
              <p:nvPr/>
            </p:nvSpPr>
            <p:spPr>
              <a:xfrm flipH="1">
                <a:off x="3385876" y="1093522"/>
                <a:ext cx="310768" cy="394954"/>
              </a:xfrm>
              <a:custGeom>
                <a:rect b="b" l="l" r="r" t="t"/>
                <a:pathLst>
                  <a:path extrusionOk="0" h="5231" w="4116">
                    <a:moveTo>
                      <a:pt x="1246" y="0"/>
                    </a:moveTo>
                    <a:cubicBezTo>
                      <a:pt x="475" y="783"/>
                      <a:pt x="0" y="1850"/>
                      <a:pt x="12" y="3036"/>
                    </a:cubicBezTo>
                    <a:cubicBezTo>
                      <a:pt x="12" y="3843"/>
                      <a:pt x="237" y="4590"/>
                      <a:pt x="617" y="5230"/>
                    </a:cubicBezTo>
                    <a:lnTo>
                      <a:pt x="4068" y="3179"/>
                    </a:lnTo>
                    <a:lnTo>
                      <a:pt x="4116" y="3084"/>
                    </a:lnTo>
                    <a:lnTo>
                      <a:pt x="12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99"/>
              <p:cNvSpPr/>
              <p:nvPr/>
            </p:nvSpPr>
            <p:spPr>
              <a:xfrm flipH="1">
                <a:off x="3383166" y="1326288"/>
                <a:ext cx="7248" cy="7248"/>
              </a:xfrm>
              <a:custGeom>
                <a:rect b="b" l="l" r="r" t="t"/>
                <a:pathLst>
                  <a:path extrusionOk="0" h="96" w="96">
                    <a:moveTo>
                      <a:pt x="60" y="1"/>
                    </a:moveTo>
                    <a:lnTo>
                      <a:pt x="0" y="96"/>
                    </a:lnTo>
                    <a:lnTo>
                      <a:pt x="0" y="96"/>
                    </a:lnTo>
                    <a:lnTo>
                      <a:pt x="95" y="48"/>
                    </a:lnTo>
                    <a:lnTo>
                      <a:pt x="60" y="1"/>
                    </a:lnTo>
                    <a:close/>
                  </a:path>
                </a:pathLst>
              </a:custGeom>
              <a:solidFill>
                <a:srgbClr val="FAA70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99"/>
              <p:cNvSpPr/>
              <p:nvPr/>
            </p:nvSpPr>
            <p:spPr>
              <a:xfrm flipH="1">
                <a:off x="3159298" y="1329912"/>
                <a:ext cx="369056" cy="317941"/>
              </a:xfrm>
              <a:custGeom>
                <a:rect b="b" l="l" r="r" t="t"/>
                <a:pathLst>
                  <a:path extrusionOk="0" h="4211" w="4888">
                    <a:moveTo>
                      <a:pt x="1922" y="0"/>
                    </a:moveTo>
                    <a:lnTo>
                      <a:pt x="1839" y="48"/>
                    </a:lnTo>
                    <a:lnTo>
                      <a:pt x="1" y="3665"/>
                    </a:lnTo>
                    <a:cubicBezTo>
                      <a:pt x="629" y="4009"/>
                      <a:pt x="1353" y="4211"/>
                      <a:pt x="2112" y="4211"/>
                    </a:cubicBezTo>
                    <a:cubicBezTo>
                      <a:pt x="3179" y="4199"/>
                      <a:pt x="4140" y="3819"/>
                      <a:pt x="4887" y="3179"/>
                    </a:cubicBezTo>
                    <a:lnTo>
                      <a:pt x="192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99"/>
              <p:cNvSpPr/>
              <p:nvPr/>
            </p:nvSpPr>
            <p:spPr>
              <a:xfrm flipH="1">
                <a:off x="3390332" y="1333461"/>
                <a:ext cx="259804" cy="273168"/>
              </a:xfrm>
              <a:custGeom>
                <a:rect b="b" l="l" r="r" t="t"/>
                <a:pathLst>
                  <a:path extrusionOk="0" h="3618" w="3441">
                    <a:moveTo>
                      <a:pt x="3440" y="1"/>
                    </a:moveTo>
                    <a:lnTo>
                      <a:pt x="1" y="2052"/>
                    </a:lnTo>
                    <a:cubicBezTo>
                      <a:pt x="392" y="2705"/>
                      <a:pt x="950" y="3250"/>
                      <a:pt x="1614" y="3618"/>
                    </a:cubicBezTo>
                    <a:lnTo>
                      <a:pt x="344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99"/>
              <p:cNvSpPr/>
              <p:nvPr/>
            </p:nvSpPr>
            <p:spPr>
              <a:xfrm flipH="1">
                <a:off x="3043783" y="1154375"/>
                <a:ext cx="339459" cy="415566"/>
              </a:xfrm>
              <a:custGeom>
                <a:rect b="b" l="l" r="r" t="t"/>
                <a:pathLst>
                  <a:path extrusionOk="0" h="5504" w="4496">
                    <a:moveTo>
                      <a:pt x="3890" y="1"/>
                    </a:moveTo>
                    <a:lnTo>
                      <a:pt x="0" y="2325"/>
                    </a:lnTo>
                    <a:lnTo>
                      <a:pt x="2965" y="5504"/>
                    </a:lnTo>
                    <a:cubicBezTo>
                      <a:pt x="3902" y="4709"/>
                      <a:pt x="4495" y="3523"/>
                      <a:pt x="4495" y="2195"/>
                    </a:cubicBezTo>
                    <a:cubicBezTo>
                      <a:pt x="4495" y="1400"/>
                      <a:pt x="4270" y="641"/>
                      <a:pt x="389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99"/>
              <p:cNvSpPr/>
              <p:nvPr/>
            </p:nvSpPr>
            <p:spPr>
              <a:xfrm flipH="1">
                <a:off x="3142308" y="1093522"/>
                <a:ext cx="454978" cy="455809"/>
              </a:xfrm>
              <a:custGeom>
                <a:rect b="b" l="l" r="r" t="t"/>
                <a:pathLst>
                  <a:path extrusionOk="0" h="6037" w="6026">
                    <a:moveTo>
                      <a:pt x="3013" y="0"/>
                    </a:moveTo>
                    <a:cubicBezTo>
                      <a:pt x="1341" y="0"/>
                      <a:pt x="1" y="1352"/>
                      <a:pt x="1" y="3013"/>
                    </a:cubicBezTo>
                    <a:cubicBezTo>
                      <a:pt x="1" y="4685"/>
                      <a:pt x="1341" y="6037"/>
                      <a:pt x="3013" y="6037"/>
                    </a:cubicBezTo>
                    <a:cubicBezTo>
                      <a:pt x="4673" y="6037"/>
                      <a:pt x="6025" y="4685"/>
                      <a:pt x="6025" y="3013"/>
                    </a:cubicBezTo>
                    <a:cubicBezTo>
                      <a:pt x="6025" y="1352"/>
                      <a:pt x="4673" y="0"/>
                      <a:pt x="301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99"/>
              <p:cNvSpPr/>
              <p:nvPr/>
            </p:nvSpPr>
            <p:spPr>
              <a:xfrm flipH="1">
                <a:off x="3172736" y="1123948"/>
                <a:ext cx="394123" cy="394954"/>
              </a:xfrm>
              <a:custGeom>
                <a:rect b="b" l="l" r="r" t="t"/>
                <a:pathLst>
                  <a:path extrusionOk="0" h="5231" w="5220">
                    <a:moveTo>
                      <a:pt x="2610" y="155"/>
                    </a:moveTo>
                    <a:cubicBezTo>
                      <a:pt x="3962" y="155"/>
                      <a:pt x="5077" y="1258"/>
                      <a:pt x="5077" y="2610"/>
                    </a:cubicBezTo>
                    <a:cubicBezTo>
                      <a:pt x="5077" y="3974"/>
                      <a:pt x="3962" y="5077"/>
                      <a:pt x="2610" y="5077"/>
                    </a:cubicBezTo>
                    <a:cubicBezTo>
                      <a:pt x="1246" y="5077"/>
                      <a:pt x="143" y="3974"/>
                      <a:pt x="143" y="2610"/>
                    </a:cubicBezTo>
                    <a:cubicBezTo>
                      <a:pt x="143" y="1258"/>
                      <a:pt x="1246" y="155"/>
                      <a:pt x="2610" y="155"/>
                    </a:cubicBezTo>
                    <a:close/>
                    <a:moveTo>
                      <a:pt x="2610" y="1"/>
                    </a:moveTo>
                    <a:cubicBezTo>
                      <a:pt x="1163" y="1"/>
                      <a:pt x="1" y="1175"/>
                      <a:pt x="1" y="2622"/>
                    </a:cubicBezTo>
                    <a:cubicBezTo>
                      <a:pt x="1" y="4057"/>
                      <a:pt x="1163" y="5231"/>
                      <a:pt x="2610" y="5231"/>
                    </a:cubicBezTo>
                    <a:cubicBezTo>
                      <a:pt x="4045" y="5231"/>
                      <a:pt x="5219" y="4057"/>
                      <a:pt x="5219" y="2622"/>
                    </a:cubicBezTo>
                    <a:cubicBezTo>
                      <a:pt x="5219" y="1175"/>
                      <a:pt x="4045" y="1"/>
                      <a:pt x="26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99"/>
              <p:cNvSpPr/>
              <p:nvPr/>
            </p:nvSpPr>
            <p:spPr>
              <a:xfrm flipH="1">
                <a:off x="3281087" y="1719417"/>
                <a:ext cx="96794" cy="22424"/>
              </a:xfrm>
              <a:custGeom>
                <a:rect b="b" l="l" r="r" t="t"/>
                <a:pathLst>
                  <a:path extrusionOk="0" h="297" w="1282">
                    <a:moveTo>
                      <a:pt x="0" y="0"/>
                    </a:moveTo>
                    <a:lnTo>
                      <a:pt x="0" y="297"/>
                    </a:lnTo>
                    <a:lnTo>
                      <a:pt x="1281" y="297"/>
                    </a:lnTo>
                    <a:lnTo>
                      <a:pt x="128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99"/>
              <p:cNvSpPr/>
              <p:nvPr/>
            </p:nvSpPr>
            <p:spPr>
              <a:xfrm flipH="1">
                <a:off x="3233672" y="1778533"/>
                <a:ext cx="144210" cy="22424"/>
              </a:xfrm>
              <a:custGeom>
                <a:rect b="b" l="l" r="r" t="t"/>
                <a:pathLst>
                  <a:path extrusionOk="0" h="297" w="1910">
                    <a:moveTo>
                      <a:pt x="0" y="0"/>
                    </a:moveTo>
                    <a:lnTo>
                      <a:pt x="0" y="297"/>
                    </a:lnTo>
                    <a:lnTo>
                      <a:pt x="1910" y="297"/>
                    </a:lnTo>
                    <a:lnTo>
                      <a:pt x="191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99"/>
              <p:cNvSpPr/>
              <p:nvPr/>
            </p:nvSpPr>
            <p:spPr>
              <a:xfrm flipH="1">
                <a:off x="3308872" y="1837574"/>
                <a:ext cx="69009" cy="22500"/>
              </a:xfrm>
              <a:custGeom>
                <a:rect b="b" l="l" r="r" t="t"/>
                <a:pathLst>
                  <a:path extrusionOk="0" h="298" w="914">
                    <a:moveTo>
                      <a:pt x="0" y="1"/>
                    </a:moveTo>
                    <a:lnTo>
                      <a:pt x="0" y="297"/>
                    </a:lnTo>
                    <a:lnTo>
                      <a:pt x="914" y="297"/>
                    </a:lnTo>
                    <a:lnTo>
                      <a:pt x="91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99"/>
              <p:cNvSpPr/>
              <p:nvPr/>
            </p:nvSpPr>
            <p:spPr>
              <a:xfrm flipH="1">
                <a:off x="3181726" y="1897597"/>
                <a:ext cx="196155" cy="22424"/>
              </a:xfrm>
              <a:custGeom>
                <a:rect b="b" l="l" r="r" t="t"/>
                <a:pathLst>
                  <a:path extrusionOk="0" h="297" w="2598">
                    <a:moveTo>
                      <a:pt x="0" y="0"/>
                    </a:moveTo>
                    <a:lnTo>
                      <a:pt x="0" y="297"/>
                    </a:lnTo>
                    <a:lnTo>
                      <a:pt x="2598" y="297"/>
                    </a:lnTo>
                    <a:lnTo>
                      <a:pt x="259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99"/>
              <p:cNvSpPr/>
              <p:nvPr/>
            </p:nvSpPr>
            <p:spPr>
              <a:xfrm flipH="1">
                <a:off x="3254284" y="1956713"/>
                <a:ext cx="123598" cy="22424"/>
              </a:xfrm>
              <a:custGeom>
                <a:rect b="b" l="l" r="r" t="t"/>
                <a:pathLst>
                  <a:path extrusionOk="0" h="297" w="1637">
                    <a:moveTo>
                      <a:pt x="0" y="0"/>
                    </a:moveTo>
                    <a:lnTo>
                      <a:pt x="0" y="297"/>
                    </a:lnTo>
                    <a:lnTo>
                      <a:pt x="1637" y="297"/>
                    </a:lnTo>
                    <a:lnTo>
                      <a:pt x="163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p99"/>
              <p:cNvSpPr/>
              <p:nvPr/>
            </p:nvSpPr>
            <p:spPr>
              <a:xfrm flipH="1">
                <a:off x="4696793" y="1906506"/>
                <a:ext cx="248101" cy="15327"/>
              </a:xfrm>
              <a:custGeom>
                <a:rect b="b" l="l" r="r" t="t"/>
                <a:pathLst>
                  <a:path extrusionOk="0" h="203" w="3286">
                    <a:moveTo>
                      <a:pt x="1" y="1"/>
                    </a:moveTo>
                    <a:lnTo>
                      <a:pt x="1" y="203"/>
                    </a:lnTo>
                    <a:lnTo>
                      <a:pt x="3286" y="203"/>
                    </a:lnTo>
                    <a:lnTo>
                      <a:pt x="328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99"/>
              <p:cNvSpPr/>
              <p:nvPr/>
            </p:nvSpPr>
            <p:spPr>
              <a:xfrm flipH="1">
                <a:off x="4646660" y="1947729"/>
                <a:ext cx="298235" cy="15327"/>
              </a:xfrm>
              <a:custGeom>
                <a:rect b="b" l="l" r="r" t="t"/>
                <a:pathLst>
                  <a:path extrusionOk="0" h="203" w="3950">
                    <a:moveTo>
                      <a:pt x="1" y="1"/>
                    </a:moveTo>
                    <a:lnTo>
                      <a:pt x="1" y="202"/>
                    </a:lnTo>
                    <a:lnTo>
                      <a:pt x="3950" y="202"/>
                    </a:lnTo>
                    <a:lnTo>
                      <a:pt x="395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99"/>
              <p:cNvSpPr/>
              <p:nvPr/>
            </p:nvSpPr>
            <p:spPr>
              <a:xfrm flipH="1">
                <a:off x="4646663" y="1988046"/>
                <a:ext cx="184528" cy="15252"/>
              </a:xfrm>
              <a:custGeom>
                <a:rect b="b" l="l" r="r" t="t"/>
                <a:pathLst>
                  <a:path extrusionOk="0" h="202" w="2444">
                    <a:moveTo>
                      <a:pt x="1" y="0"/>
                    </a:moveTo>
                    <a:lnTo>
                      <a:pt x="1" y="202"/>
                    </a:lnTo>
                    <a:lnTo>
                      <a:pt x="2444" y="202"/>
                    </a:lnTo>
                    <a:lnTo>
                      <a:pt x="244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99"/>
              <p:cNvSpPr/>
              <p:nvPr/>
            </p:nvSpPr>
            <p:spPr>
              <a:xfrm flipH="1">
                <a:off x="4857916" y="1988046"/>
                <a:ext cx="86979" cy="15252"/>
              </a:xfrm>
              <a:custGeom>
                <a:rect b="b" l="l" r="r" t="t"/>
                <a:pathLst>
                  <a:path extrusionOk="0" h="202" w="1152">
                    <a:moveTo>
                      <a:pt x="1" y="0"/>
                    </a:moveTo>
                    <a:lnTo>
                      <a:pt x="1" y="202"/>
                    </a:lnTo>
                    <a:lnTo>
                      <a:pt x="1151" y="202"/>
                    </a:lnTo>
                    <a:lnTo>
                      <a:pt x="11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99"/>
              <p:cNvSpPr/>
              <p:nvPr/>
            </p:nvSpPr>
            <p:spPr>
              <a:xfrm flipH="1">
                <a:off x="4646660" y="2028287"/>
                <a:ext cx="298235" cy="15327"/>
              </a:xfrm>
              <a:custGeom>
                <a:rect b="b" l="l" r="r" t="t"/>
                <a:pathLst>
                  <a:path extrusionOk="0" h="203" w="3950">
                    <a:moveTo>
                      <a:pt x="1" y="1"/>
                    </a:moveTo>
                    <a:lnTo>
                      <a:pt x="1" y="203"/>
                    </a:lnTo>
                    <a:lnTo>
                      <a:pt x="3950" y="203"/>
                    </a:lnTo>
                    <a:lnTo>
                      <a:pt x="395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4" name="Google Shape;1004;p99"/>
              <p:cNvSpPr/>
              <p:nvPr/>
            </p:nvSpPr>
            <p:spPr>
              <a:xfrm flipH="1">
                <a:off x="4646660" y="2069510"/>
                <a:ext cx="298235" cy="15327"/>
              </a:xfrm>
              <a:custGeom>
                <a:rect b="b" l="l" r="r" t="t"/>
                <a:pathLst>
                  <a:path extrusionOk="0" h="203" w="3950">
                    <a:moveTo>
                      <a:pt x="1" y="0"/>
                    </a:moveTo>
                    <a:lnTo>
                      <a:pt x="1" y="202"/>
                    </a:lnTo>
                    <a:lnTo>
                      <a:pt x="3950" y="202"/>
                    </a:lnTo>
                    <a:lnTo>
                      <a:pt x="395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99"/>
              <p:cNvSpPr/>
              <p:nvPr/>
            </p:nvSpPr>
            <p:spPr>
              <a:xfrm flipH="1">
                <a:off x="4939458" y="1072004"/>
                <a:ext cx="11703" cy="729883"/>
              </a:xfrm>
              <a:custGeom>
                <a:rect b="b" l="l" r="r" t="t"/>
                <a:pathLst>
                  <a:path extrusionOk="0" h="9667" w="155">
                    <a:moveTo>
                      <a:pt x="1" y="1"/>
                    </a:moveTo>
                    <a:lnTo>
                      <a:pt x="1" y="9666"/>
                    </a:lnTo>
                    <a:lnTo>
                      <a:pt x="155" y="9666"/>
                    </a:lnTo>
                    <a:lnTo>
                      <a:pt x="155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6" name="Google Shape;1006;p99"/>
              <p:cNvSpPr/>
              <p:nvPr/>
            </p:nvSpPr>
            <p:spPr>
              <a:xfrm flipH="1">
                <a:off x="4731681" y="1072004"/>
                <a:ext cx="11703" cy="729883"/>
              </a:xfrm>
              <a:custGeom>
                <a:rect b="b" l="l" r="r" t="t"/>
                <a:pathLst>
                  <a:path extrusionOk="0" h="9667" w="155">
                    <a:moveTo>
                      <a:pt x="0" y="1"/>
                    </a:moveTo>
                    <a:lnTo>
                      <a:pt x="0" y="9666"/>
                    </a:lnTo>
                    <a:lnTo>
                      <a:pt x="154" y="9666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99"/>
              <p:cNvSpPr/>
              <p:nvPr/>
            </p:nvSpPr>
            <p:spPr>
              <a:xfrm flipH="1">
                <a:off x="4524885" y="1072004"/>
                <a:ext cx="10797" cy="729883"/>
              </a:xfrm>
              <a:custGeom>
                <a:rect b="b" l="l" r="r" t="t"/>
                <a:pathLst>
                  <a:path extrusionOk="0" h="9667" w="143">
                    <a:moveTo>
                      <a:pt x="1" y="1"/>
                    </a:moveTo>
                    <a:lnTo>
                      <a:pt x="1" y="9666"/>
                    </a:lnTo>
                    <a:lnTo>
                      <a:pt x="143" y="9666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99"/>
              <p:cNvSpPr/>
              <p:nvPr/>
            </p:nvSpPr>
            <p:spPr>
              <a:xfrm flipH="1">
                <a:off x="4317107" y="1072004"/>
                <a:ext cx="10797" cy="729883"/>
              </a:xfrm>
              <a:custGeom>
                <a:rect b="b" l="l" r="r" t="t"/>
                <a:pathLst>
                  <a:path extrusionOk="0" h="9667" w="143">
                    <a:moveTo>
                      <a:pt x="0" y="1"/>
                    </a:moveTo>
                    <a:lnTo>
                      <a:pt x="0" y="9666"/>
                    </a:lnTo>
                    <a:lnTo>
                      <a:pt x="142" y="9666"/>
                    </a:lnTo>
                    <a:lnTo>
                      <a:pt x="142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99"/>
              <p:cNvSpPr/>
              <p:nvPr/>
            </p:nvSpPr>
            <p:spPr>
              <a:xfrm flipH="1">
                <a:off x="4109405" y="1072004"/>
                <a:ext cx="11703" cy="729883"/>
              </a:xfrm>
              <a:custGeom>
                <a:rect b="b" l="l" r="r" t="t"/>
                <a:pathLst>
                  <a:path extrusionOk="0" h="9667" w="155">
                    <a:moveTo>
                      <a:pt x="1" y="1"/>
                    </a:moveTo>
                    <a:lnTo>
                      <a:pt x="1" y="9666"/>
                    </a:lnTo>
                    <a:lnTo>
                      <a:pt x="155" y="9666"/>
                    </a:lnTo>
                    <a:lnTo>
                      <a:pt x="155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99"/>
              <p:cNvSpPr/>
              <p:nvPr/>
            </p:nvSpPr>
            <p:spPr>
              <a:xfrm flipH="1">
                <a:off x="3901628" y="1072004"/>
                <a:ext cx="11703" cy="729883"/>
              </a:xfrm>
              <a:custGeom>
                <a:rect b="b" l="l" r="r" t="t"/>
                <a:pathLst>
                  <a:path extrusionOk="0" h="9667" w="155">
                    <a:moveTo>
                      <a:pt x="0" y="1"/>
                    </a:moveTo>
                    <a:lnTo>
                      <a:pt x="0" y="9666"/>
                    </a:lnTo>
                    <a:lnTo>
                      <a:pt x="154" y="9666"/>
                    </a:ln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022A4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99"/>
              <p:cNvSpPr/>
              <p:nvPr/>
            </p:nvSpPr>
            <p:spPr>
              <a:xfrm flipH="1">
                <a:off x="4911673" y="1362151"/>
                <a:ext cx="67273" cy="439727"/>
              </a:xfrm>
              <a:custGeom>
                <a:rect b="b" l="l" r="r" t="t"/>
                <a:pathLst>
                  <a:path extrusionOk="0" h="5824" w="891">
                    <a:moveTo>
                      <a:pt x="1" y="0"/>
                    </a:moveTo>
                    <a:lnTo>
                      <a:pt x="1" y="5823"/>
                    </a:lnTo>
                    <a:lnTo>
                      <a:pt x="890" y="5823"/>
                    </a:lnTo>
                    <a:lnTo>
                      <a:pt x="89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99"/>
              <p:cNvSpPr/>
              <p:nvPr/>
            </p:nvSpPr>
            <p:spPr>
              <a:xfrm flipH="1">
                <a:off x="4702159" y="1512547"/>
                <a:ext cx="67197" cy="289326"/>
              </a:xfrm>
              <a:custGeom>
                <a:rect b="b" l="l" r="r" t="t"/>
                <a:pathLst>
                  <a:path extrusionOk="0" h="3832" w="890">
                    <a:moveTo>
                      <a:pt x="0" y="1"/>
                    </a:moveTo>
                    <a:lnTo>
                      <a:pt x="0" y="3831"/>
                    </a:lnTo>
                    <a:lnTo>
                      <a:pt x="890" y="3831"/>
                    </a:lnTo>
                    <a:lnTo>
                      <a:pt x="89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99"/>
              <p:cNvSpPr/>
              <p:nvPr/>
            </p:nvSpPr>
            <p:spPr>
              <a:xfrm flipH="1">
                <a:off x="4496193" y="1386311"/>
                <a:ext cx="67273" cy="415566"/>
              </a:xfrm>
              <a:custGeom>
                <a:rect b="b" l="l" r="r" t="t"/>
                <a:pathLst>
                  <a:path extrusionOk="0" h="5504" w="891">
                    <a:moveTo>
                      <a:pt x="1" y="0"/>
                    </a:moveTo>
                    <a:lnTo>
                      <a:pt x="1" y="5503"/>
                    </a:lnTo>
                    <a:lnTo>
                      <a:pt x="890" y="5503"/>
                    </a:lnTo>
                    <a:lnTo>
                      <a:pt x="89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99"/>
              <p:cNvSpPr/>
              <p:nvPr/>
            </p:nvSpPr>
            <p:spPr>
              <a:xfrm flipH="1">
                <a:off x="4288491" y="1227836"/>
                <a:ext cx="68103" cy="574046"/>
              </a:xfrm>
              <a:custGeom>
                <a:rect b="b" l="l" r="r" t="t"/>
                <a:pathLst>
                  <a:path extrusionOk="0" h="7603" w="902">
                    <a:moveTo>
                      <a:pt x="1" y="0"/>
                    </a:moveTo>
                    <a:lnTo>
                      <a:pt x="1" y="7602"/>
                    </a:lnTo>
                    <a:lnTo>
                      <a:pt x="902" y="7602"/>
                    </a:lnTo>
                    <a:lnTo>
                      <a:pt x="90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99"/>
              <p:cNvSpPr/>
              <p:nvPr/>
            </p:nvSpPr>
            <p:spPr>
              <a:xfrm flipH="1">
                <a:off x="4081620" y="1470493"/>
                <a:ext cx="67197" cy="331380"/>
              </a:xfrm>
              <a:custGeom>
                <a:rect b="b" l="l" r="r" t="t"/>
                <a:pathLst>
                  <a:path extrusionOk="0" h="4389" w="890">
                    <a:moveTo>
                      <a:pt x="0" y="0"/>
                    </a:moveTo>
                    <a:lnTo>
                      <a:pt x="0" y="4388"/>
                    </a:lnTo>
                    <a:lnTo>
                      <a:pt x="890" y="4388"/>
                    </a:lnTo>
                    <a:lnTo>
                      <a:pt x="89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99"/>
              <p:cNvSpPr/>
              <p:nvPr/>
            </p:nvSpPr>
            <p:spPr>
              <a:xfrm flipH="1">
                <a:off x="3866715" y="1816132"/>
                <a:ext cx="1220573" cy="8985"/>
              </a:xfrm>
              <a:custGeom>
                <a:rect b="b" l="l" r="r" t="t"/>
                <a:pathLst>
                  <a:path extrusionOk="0" h="119" w="16166">
                    <a:moveTo>
                      <a:pt x="1" y="0"/>
                    </a:moveTo>
                    <a:lnTo>
                      <a:pt x="1" y="119"/>
                    </a:lnTo>
                    <a:lnTo>
                      <a:pt x="16166" y="119"/>
                    </a:lnTo>
                    <a:lnTo>
                      <a:pt x="16166" y="0"/>
                    </a:ln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99"/>
              <p:cNvSpPr/>
              <p:nvPr/>
            </p:nvSpPr>
            <p:spPr>
              <a:xfrm flipH="1">
                <a:off x="3836241" y="1107867"/>
                <a:ext cx="142473" cy="694019"/>
              </a:xfrm>
              <a:custGeom>
                <a:rect b="b" l="l" r="r" t="t"/>
                <a:pathLst>
                  <a:path extrusionOk="0" h="9192" w="1887">
                    <a:moveTo>
                      <a:pt x="937" y="0"/>
                    </a:moveTo>
                    <a:lnTo>
                      <a:pt x="0" y="1637"/>
                    </a:lnTo>
                    <a:lnTo>
                      <a:pt x="498" y="1637"/>
                    </a:lnTo>
                    <a:lnTo>
                      <a:pt x="498" y="9191"/>
                    </a:lnTo>
                    <a:lnTo>
                      <a:pt x="1388" y="9191"/>
                    </a:lnTo>
                    <a:lnTo>
                      <a:pt x="1388" y="1637"/>
                    </a:lnTo>
                    <a:lnTo>
                      <a:pt x="1886" y="1637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99"/>
              <p:cNvSpPr/>
              <p:nvPr/>
            </p:nvSpPr>
            <p:spPr>
              <a:xfrm flipH="1">
                <a:off x="5000310" y="1757922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0"/>
                    </a:moveTo>
                    <a:cubicBezTo>
                      <a:pt x="48" y="0"/>
                      <a:pt x="1" y="48"/>
                      <a:pt x="1" y="107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07"/>
                    </a:cubicBezTo>
                    <a:cubicBezTo>
                      <a:pt x="1151" y="48"/>
                      <a:pt x="1104" y="0"/>
                      <a:pt x="1045" y="0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99"/>
              <p:cNvSpPr/>
              <p:nvPr/>
            </p:nvSpPr>
            <p:spPr>
              <a:xfrm flipH="1">
                <a:off x="5000310" y="1636140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0"/>
                    </a:moveTo>
                    <a:cubicBezTo>
                      <a:pt x="48" y="0"/>
                      <a:pt x="1" y="48"/>
                      <a:pt x="1" y="107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07"/>
                    </a:cubicBezTo>
                    <a:cubicBezTo>
                      <a:pt x="1151" y="48"/>
                      <a:pt x="1104" y="0"/>
                      <a:pt x="1045" y="0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99"/>
              <p:cNvSpPr/>
              <p:nvPr/>
            </p:nvSpPr>
            <p:spPr>
              <a:xfrm flipH="1">
                <a:off x="5000310" y="1514359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0"/>
                    </a:moveTo>
                    <a:cubicBezTo>
                      <a:pt x="48" y="0"/>
                      <a:pt x="1" y="48"/>
                      <a:pt x="1" y="119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19"/>
                    </a:cubicBezTo>
                    <a:cubicBezTo>
                      <a:pt x="1151" y="48"/>
                      <a:pt x="1104" y="0"/>
                      <a:pt x="1045" y="0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99"/>
              <p:cNvSpPr/>
              <p:nvPr/>
            </p:nvSpPr>
            <p:spPr>
              <a:xfrm flipH="1">
                <a:off x="5000310" y="1392577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1"/>
                    </a:moveTo>
                    <a:cubicBezTo>
                      <a:pt x="48" y="1"/>
                      <a:pt x="1" y="60"/>
                      <a:pt x="1" y="119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19"/>
                    </a:cubicBezTo>
                    <a:cubicBezTo>
                      <a:pt x="1151" y="60"/>
                      <a:pt x="1104" y="1"/>
                      <a:pt x="1045" y="1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99"/>
              <p:cNvSpPr/>
              <p:nvPr/>
            </p:nvSpPr>
            <p:spPr>
              <a:xfrm flipH="1">
                <a:off x="5000310" y="1271702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0"/>
                    </a:moveTo>
                    <a:cubicBezTo>
                      <a:pt x="48" y="0"/>
                      <a:pt x="1" y="48"/>
                      <a:pt x="1" y="107"/>
                    </a:cubicBezTo>
                    <a:cubicBezTo>
                      <a:pt x="1" y="166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66"/>
                      <a:pt x="1151" y="107"/>
                    </a:cubicBezTo>
                    <a:cubicBezTo>
                      <a:pt x="1151" y="48"/>
                      <a:pt x="1104" y="0"/>
                      <a:pt x="1045" y="0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99"/>
              <p:cNvSpPr/>
              <p:nvPr/>
            </p:nvSpPr>
            <p:spPr>
              <a:xfrm flipH="1">
                <a:off x="5000310" y="1149920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1"/>
                    </a:moveTo>
                    <a:cubicBezTo>
                      <a:pt x="48" y="1"/>
                      <a:pt x="1" y="48"/>
                      <a:pt x="1" y="107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07"/>
                    </a:cubicBezTo>
                    <a:cubicBezTo>
                      <a:pt x="1151" y="48"/>
                      <a:pt x="1104" y="1"/>
                      <a:pt x="1045" y="1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99"/>
              <p:cNvSpPr/>
              <p:nvPr/>
            </p:nvSpPr>
            <p:spPr>
              <a:xfrm flipH="1">
                <a:off x="5000310" y="1028139"/>
                <a:ext cx="86979" cy="17064"/>
              </a:xfrm>
              <a:custGeom>
                <a:rect b="b" l="l" r="r" t="t"/>
                <a:pathLst>
                  <a:path extrusionOk="0" h="226" w="1152">
                    <a:moveTo>
                      <a:pt x="108" y="1"/>
                    </a:moveTo>
                    <a:cubicBezTo>
                      <a:pt x="48" y="1"/>
                      <a:pt x="1" y="48"/>
                      <a:pt x="1" y="119"/>
                    </a:cubicBezTo>
                    <a:cubicBezTo>
                      <a:pt x="1" y="178"/>
                      <a:pt x="48" y="226"/>
                      <a:pt x="108" y="226"/>
                    </a:cubicBezTo>
                    <a:lnTo>
                      <a:pt x="1045" y="226"/>
                    </a:lnTo>
                    <a:cubicBezTo>
                      <a:pt x="1104" y="226"/>
                      <a:pt x="1151" y="178"/>
                      <a:pt x="1151" y="119"/>
                    </a:cubicBezTo>
                    <a:cubicBezTo>
                      <a:pt x="1151" y="48"/>
                      <a:pt x="1104" y="1"/>
                      <a:pt x="1045" y="1"/>
                    </a:cubicBezTo>
                    <a:close/>
                  </a:path>
                </a:pathLst>
              </a:custGeom>
              <a:solidFill>
                <a:srgbClr val="E8E9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99"/>
              <p:cNvSpPr/>
              <p:nvPr/>
            </p:nvSpPr>
            <p:spPr>
              <a:xfrm flipH="1">
                <a:off x="3833602" y="1900239"/>
                <a:ext cx="1888" cy="9060"/>
              </a:xfrm>
              <a:custGeom>
                <a:rect b="b" l="l" r="r" t="t"/>
                <a:pathLst>
                  <a:path extrusionOk="0" h="120" w="25">
                    <a:moveTo>
                      <a:pt x="25" y="1"/>
                    </a:moveTo>
                    <a:lnTo>
                      <a:pt x="1" y="120"/>
                    </a:lnTo>
                    <a:cubicBezTo>
                      <a:pt x="13" y="72"/>
                      <a:pt x="25" y="37"/>
                      <a:pt x="2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26" name="Google Shape;1026;p99"/>
            <p:cNvSpPr/>
            <p:nvPr/>
          </p:nvSpPr>
          <p:spPr>
            <a:xfrm flipH="1">
              <a:off x="-3721620" y="3392388"/>
              <a:ext cx="2021264" cy="274051"/>
            </a:xfrm>
            <a:custGeom>
              <a:rect b="b" l="l" r="r" t="t"/>
              <a:pathLst>
                <a:path extrusionOk="0" h="1958" w="11719">
                  <a:moveTo>
                    <a:pt x="5859" y="1"/>
                  </a:moveTo>
                  <a:cubicBezTo>
                    <a:pt x="2622" y="1"/>
                    <a:pt x="1" y="439"/>
                    <a:pt x="1" y="973"/>
                  </a:cubicBezTo>
                  <a:cubicBezTo>
                    <a:pt x="1" y="1519"/>
                    <a:pt x="2622" y="1957"/>
                    <a:pt x="5859" y="1957"/>
                  </a:cubicBezTo>
                  <a:cubicBezTo>
                    <a:pt x="9097" y="1957"/>
                    <a:pt x="11718" y="1519"/>
                    <a:pt x="11718" y="973"/>
                  </a:cubicBezTo>
                  <a:cubicBezTo>
                    <a:pt x="11718" y="439"/>
                    <a:pt x="9097" y="1"/>
                    <a:pt x="58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99"/>
            <p:cNvSpPr/>
            <p:nvPr/>
          </p:nvSpPr>
          <p:spPr>
            <a:xfrm>
              <a:off x="-3449096" y="1513692"/>
              <a:ext cx="204850" cy="216580"/>
            </a:xfrm>
            <a:custGeom>
              <a:rect b="b" l="l" r="r" t="t"/>
              <a:pathLst>
                <a:path extrusionOk="0" h="2384" w="2255">
                  <a:moveTo>
                    <a:pt x="2171" y="0"/>
                  </a:moveTo>
                  <a:cubicBezTo>
                    <a:pt x="1837" y="46"/>
                    <a:pt x="1502" y="67"/>
                    <a:pt x="1164" y="67"/>
                  </a:cubicBezTo>
                  <a:cubicBezTo>
                    <a:pt x="975" y="67"/>
                    <a:pt x="785" y="60"/>
                    <a:pt x="594" y="48"/>
                  </a:cubicBezTo>
                  <a:cubicBezTo>
                    <a:pt x="582" y="735"/>
                    <a:pt x="345" y="1483"/>
                    <a:pt x="1" y="2076"/>
                  </a:cubicBezTo>
                  <a:cubicBezTo>
                    <a:pt x="748" y="2147"/>
                    <a:pt x="1531" y="2206"/>
                    <a:pt x="2254" y="2384"/>
                  </a:cubicBezTo>
                  <a:cubicBezTo>
                    <a:pt x="2230" y="1589"/>
                    <a:pt x="2207" y="795"/>
                    <a:pt x="2171" y="0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99"/>
            <p:cNvSpPr/>
            <p:nvPr/>
          </p:nvSpPr>
          <p:spPr>
            <a:xfrm>
              <a:off x="-3394135" y="1307101"/>
              <a:ext cx="274799" cy="349399"/>
            </a:xfrm>
            <a:custGeom>
              <a:rect b="b" l="l" r="r" t="t"/>
              <a:pathLst>
                <a:path extrusionOk="0" h="3846" w="3025">
                  <a:moveTo>
                    <a:pt x="1433" y="0"/>
                  </a:moveTo>
                  <a:cubicBezTo>
                    <a:pt x="1279" y="0"/>
                    <a:pt x="1127" y="21"/>
                    <a:pt x="985" y="80"/>
                  </a:cubicBezTo>
                  <a:cubicBezTo>
                    <a:pt x="783" y="163"/>
                    <a:pt x="617" y="317"/>
                    <a:pt x="487" y="507"/>
                  </a:cubicBezTo>
                  <a:cubicBezTo>
                    <a:pt x="368" y="685"/>
                    <a:pt x="273" y="887"/>
                    <a:pt x="214" y="1100"/>
                  </a:cubicBezTo>
                  <a:cubicBezTo>
                    <a:pt x="95" y="1480"/>
                    <a:pt x="24" y="1871"/>
                    <a:pt x="12" y="2274"/>
                  </a:cubicBezTo>
                  <a:cubicBezTo>
                    <a:pt x="1" y="2594"/>
                    <a:pt x="36" y="2938"/>
                    <a:pt x="238" y="3199"/>
                  </a:cubicBezTo>
                  <a:cubicBezTo>
                    <a:pt x="451" y="3484"/>
                    <a:pt x="819" y="3602"/>
                    <a:pt x="1163" y="3685"/>
                  </a:cubicBezTo>
                  <a:cubicBezTo>
                    <a:pt x="1412" y="3745"/>
                    <a:pt x="1673" y="3792"/>
                    <a:pt x="1934" y="3828"/>
                  </a:cubicBezTo>
                  <a:cubicBezTo>
                    <a:pt x="1982" y="3838"/>
                    <a:pt x="2033" y="3845"/>
                    <a:pt x="2083" y="3845"/>
                  </a:cubicBezTo>
                  <a:cubicBezTo>
                    <a:pt x="2153" y="3845"/>
                    <a:pt x="2222" y="3829"/>
                    <a:pt x="2278" y="3780"/>
                  </a:cubicBezTo>
                  <a:cubicBezTo>
                    <a:pt x="2349" y="3733"/>
                    <a:pt x="2373" y="3650"/>
                    <a:pt x="2408" y="3579"/>
                  </a:cubicBezTo>
                  <a:cubicBezTo>
                    <a:pt x="2515" y="3294"/>
                    <a:pt x="2622" y="3021"/>
                    <a:pt x="2717" y="2737"/>
                  </a:cubicBezTo>
                  <a:cubicBezTo>
                    <a:pt x="2811" y="2511"/>
                    <a:pt x="2894" y="2286"/>
                    <a:pt x="2859" y="2049"/>
                  </a:cubicBezTo>
                  <a:cubicBezTo>
                    <a:pt x="2835" y="1930"/>
                    <a:pt x="2788" y="1824"/>
                    <a:pt x="2811" y="1705"/>
                  </a:cubicBezTo>
                  <a:cubicBezTo>
                    <a:pt x="2823" y="1622"/>
                    <a:pt x="2871" y="1539"/>
                    <a:pt x="2906" y="1456"/>
                  </a:cubicBezTo>
                  <a:cubicBezTo>
                    <a:pt x="3025" y="1219"/>
                    <a:pt x="2989" y="934"/>
                    <a:pt x="2954" y="661"/>
                  </a:cubicBezTo>
                  <a:lnTo>
                    <a:pt x="2800" y="495"/>
                  </a:lnTo>
                  <a:cubicBezTo>
                    <a:pt x="2717" y="341"/>
                    <a:pt x="2562" y="234"/>
                    <a:pt x="2408" y="163"/>
                  </a:cubicBezTo>
                  <a:cubicBezTo>
                    <a:pt x="2242" y="92"/>
                    <a:pt x="2064" y="68"/>
                    <a:pt x="1898" y="45"/>
                  </a:cubicBezTo>
                  <a:cubicBezTo>
                    <a:pt x="1744" y="21"/>
                    <a:pt x="1587" y="0"/>
                    <a:pt x="1433" y="0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99"/>
            <p:cNvSpPr/>
            <p:nvPr/>
          </p:nvSpPr>
          <p:spPr>
            <a:xfrm>
              <a:off x="-3404855" y="1360066"/>
              <a:ext cx="276888" cy="250648"/>
            </a:xfrm>
            <a:custGeom>
              <a:rect b="b" l="l" r="r" t="t"/>
              <a:pathLst>
                <a:path extrusionOk="0" h="2759" w="3048">
                  <a:moveTo>
                    <a:pt x="2726" y="1"/>
                  </a:moveTo>
                  <a:cubicBezTo>
                    <a:pt x="2382" y="1"/>
                    <a:pt x="2035" y="135"/>
                    <a:pt x="1755" y="351"/>
                  </a:cubicBezTo>
                  <a:cubicBezTo>
                    <a:pt x="1388" y="624"/>
                    <a:pt x="1127" y="1003"/>
                    <a:pt x="913" y="1418"/>
                  </a:cubicBezTo>
                  <a:cubicBezTo>
                    <a:pt x="700" y="1822"/>
                    <a:pt x="225" y="2355"/>
                    <a:pt x="0" y="2759"/>
                  </a:cubicBezTo>
                  <a:cubicBezTo>
                    <a:pt x="866" y="2628"/>
                    <a:pt x="1755" y="2320"/>
                    <a:pt x="2111" y="1691"/>
                  </a:cubicBezTo>
                  <a:cubicBezTo>
                    <a:pt x="2230" y="1466"/>
                    <a:pt x="2313" y="1217"/>
                    <a:pt x="2455" y="1003"/>
                  </a:cubicBezTo>
                  <a:cubicBezTo>
                    <a:pt x="2562" y="849"/>
                    <a:pt x="2692" y="707"/>
                    <a:pt x="2811" y="553"/>
                  </a:cubicBezTo>
                  <a:cubicBezTo>
                    <a:pt x="2929" y="410"/>
                    <a:pt x="3024" y="232"/>
                    <a:pt x="3048" y="43"/>
                  </a:cubicBezTo>
                  <a:cubicBezTo>
                    <a:pt x="2942" y="14"/>
                    <a:pt x="2834" y="1"/>
                    <a:pt x="2726" y="1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99"/>
            <p:cNvSpPr/>
            <p:nvPr/>
          </p:nvSpPr>
          <p:spPr>
            <a:xfrm>
              <a:off x="-3457726" y="1237874"/>
              <a:ext cx="398799" cy="376109"/>
            </a:xfrm>
            <a:custGeom>
              <a:rect b="b" l="l" r="r" t="t"/>
              <a:pathLst>
                <a:path extrusionOk="0" h="4140" w="4390">
                  <a:moveTo>
                    <a:pt x="3464" y="0"/>
                  </a:moveTo>
                  <a:cubicBezTo>
                    <a:pt x="3357" y="225"/>
                    <a:pt x="3132" y="391"/>
                    <a:pt x="2883" y="427"/>
                  </a:cubicBezTo>
                  <a:lnTo>
                    <a:pt x="2859" y="427"/>
                  </a:lnTo>
                  <a:cubicBezTo>
                    <a:pt x="2835" y="427"/>
                    <a:pt x="2824" y="415"/>
                    <a:pt x="2800" y="415"/>
                  </a:cubicBezTo>
                  <a:cubicBezTo>
                    <a:pt x="2871" y="344"/>
                    <a:pt x="2918" y="249"/>
                    <a:pt x="2918" y="154"/>
                  </a:cubicBezTo>
                  <a:lnTo>
                    <a:pt x="2918" y="154"/>
                  </a:lnTo>
                  <a:cubicBezTo>
                    <a:pt x="2812" y="237"/>
                    <a:pt x="2681" y="297"/>
                    <a:pt x="2551" y="297"/>
                  </a:cubicBezTo>
                  <a:cubicBezTo>
                    <a:pt x="2610" y="249"/>
                    <a:pt x="2646" y="190"/>
                    <a:pt x="2669" y="107"/>
                  </a:cubicBezTo>
                  <a:lnTo>
                    <a:pt x="2669" y="107"/>
                  </a:lnTo>
                  <a:cubicBezTo>
                    <a:pt x="2527" y="190"/>
                    <a:pt x="2361" y="249"/>
                    <a:pt x="2195" y="261"/>
                  </a:cubicBezTo>
                  <a:cubicBezTo>
                    <a:pt x="2069" y="232"/>
                    <a:pt x="1941" y="223"/>
                    <a:pt x="1812" y="223"/>
                  </a:cubicBezTo>
                  <a:cubicBezTo>
                    <a:pt x="1625" y="223"/>
                    <a:pt x="1436" y="242"/>
                    <a:pt x="1246" y="249"/>
                  </a:cubicBezTo>
                  <a:cubicBezTo>
                    <a:pt x="1068" y="261"/>
                    <a:pt x="867" y="273"/>
                    <a:pt x="724" y="391"/>
                  </a:cubicBezTo>
                  <a:cubicBezTo>
                    <a:pt x="618" y="463"/>
                    <a:pt x="546" y="569"/>
                    <a:pt x="475" y="688"/>
                  </a:cubicBezTo>
                  <a:cubicBezTo>
                    <a:pt x="262" y="1056"/>
                    <a:pt x="119" y="1471"/>
                    <a:pt x="48" y="1910"/>
                  </a:cubicBezTo>
                  <a:cubicBezTo>
                    <a:pt x="1" y="2147"/>
                    <a:pt x="119" y="2443"/>
                    <a:pt x="179" y="2680"/>
                  </a:cubicBezTo>
                  <a:cubicBezTo>
                    <a:pt x="309" y="3214"/>
                    <a:pt x="452" y="3594"/>
                    <a:pt x="570" y="4139"/>
                  </a:cubicBezTo>
                  <a:cubicBezTo>
                    <a:pt x="1080" y="3688"/>
                    <a:pt x="1910" y="3700"/>
                    <a:pt x="2349" y="3297"/>
                  </a:cubicBezTo>
                  <a:cubicBezTo>
                    <a:pt x="2657" y="3024"/>
                    <a:pt x="2812" y="2621"/>
                    <a:pt x="2907" y="2194"/>
                  </a:cubicBezTo>
                  <a:cubicBezTo>
                    <a:pt x="2966" y="1993"/>
                    <a:pt x="3132" y="1838"/>
                    <a:pt x="3345" y="1803"/>
                  </a:cubicBezTo>
                  <a:cubicBezTo>
                    <a:pt x="3500" y="1767"/>
                    <a:pt x="3654" y="1684"/>
                    <a:pt x="3760" y="1566"/>
                  </a:cubicBezTo>
                  <a:cubicBezTo>
                    <a:pt x="3760" y="1554"/>
                    <a:pt x="3760" y="1554"/>
                    <a:pt x="3760" y="1554"/>
                  </a:cubicBezTo>
                  <a:cubicBezTo>
                    <a:pt x="4081" y="1400"/>
                    <a:pt x="4330" y="1115"/>
                    <a:pt x="4389" y="771"/>
                  </a:cubicBezTo>
                  <a:lnTo>
                    <a:pt x="4389" y="771"/>
                  </a:lnTo>
                  <a:cubicBezTo>
                    <a:pt x="4318" y="890"/>
                    <a:pt x="4199" y="984"/>
                    <a:pt x="4057" y="1020"/>
                  </a:cubicBezTo>
                  <a:cubicBezTo>
                    <a:pt x="4282" y="866"/>
                    <a:pt x="4377" y="558"/>
                    <a:pt x="4270" y="308"/>
                  </a:cubicBezTo>
                  <a:lnTo>
                    <a:pt x="4270" y="308"/>
                  </a:lnTo>
                  <a:cubicBezTo>
                    <a:pt x="4247" y="474"/>
                    <a:pt x="4081" y="605"/>
                    <a:pt x="3915" y="605"/>
                  </a:cubicBezTo>
                  <a:cubicBezTo>
                    <a:pt x="4021" y="581"/>
                    <a:pt x="4093" y="451"/>
                    <a:pt x="4057" y="344"/>
                  </a:cubicBezTo>
                  <a:lnTo>
                    <a:pt x="4057" y="344"/>
                  </a:lnTo>
                  <a:cubicBezTo>
                    <a:pt x="3974" y="463"/>
                    <a:pt x="3808" y="486"/>
                    <a:pt x="3689" y="486"/>
                  </a:cubicBezTo>
                  <a:cubicBezTo>
                    <a:pt x="3559" y="486"/>
                    <a:pt x="3428" y="474"/>
                    <a:pt x="3298" y="474"/>
                  </a:cubicBezTo>
                  <a:cubicBezTo>
                    <a:pt x="3417" y="344"/>
                    <a:pt x="3500" y="178"/>
                    <a:pt x="3464" y="0"/>
                  </a:cubicBezTo>
                  <a:close/>
                </a:path>
              </a:pathLst>
            </a:custGeom>
            <a:solidFill>
              <a:srgbClr val="684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99"/>
            <p:cNvSpPr/>
            <p:nvPr/>
          </p:nvSpPr>
          <p:spPr>
            <a:xfrm>
              <a:off x="-3417846" y="1415211"/>
              <a:ext cx="232829" cy="198774"/>
            </a:xfrm>
            <a:custGeom>
              <a:rect b="b" l="l" r="r" t="t"/>
              <a:pathLst>
                <a:path extrusionOk="0" h="2188" w="2563">
                  <a:moveTo>
                    <a:pt x="1517" y="1"/>
                  </a:moveTo>
                  <a:cubicBezTo>
                    <a:pt x="1446" y="1"/>
                    <a:pt x="1375" y="2"/>
                    <a:pt x="1305" y="5"/>
                  </a:cubicBezTo>
                  <a:cubicBezTo>
                    <a:pt x="926" y="17"/>
                    <a:pt x="546" y="76"/>
                    <a:pt x="238" y="278"/>
                  </a:cubicBezTo>
                  <a:cubicBezTo>
                    <a:pt x="190" y="396"/>
                    <a:pt x="167" y="515"/>
                    <a:pt x="155" y="622"/>
                  </a:cubicBezTo>
                  <a:cubicBezTo>
                    <a:pt x="226" y="610"/>
                    <a:pt x="309" y="598"/>
                    <a:pt x="380" y="598"/>
                  </a:cubicBezTo>
                  <a:cubicBezTo>
                    <a:pt x="467" y="598"/>
                    <a:pt x="559" y="603"/>
                    <a:pt x="650" y="603"/>
                  </a:cubicBezTo>
                  <a:cubicBezTo>
                    <a:pt x="695" y="603"/>
                    <a:pt x="740" y="602"/>
                    <a:pt x="783" y="598"/>
                  </a:cubicBezTo>
                  <a:cubicBezTo>
                    <a:pt x="1044" y="551"/>
                    <a:pt x="1270" y="373"/>
                    <a:pt x="1531" y="290"/>
                  </a:cubicBezTo>
                  <a:cubicBezTo>
                    <a:pt x="1680" y="240"/>
                    <a:pt x="1835" y="223"/>
                    <a:pt x="1993" y="223"/>
                  </a:cubicBezTo>
                  <a:cubicBezTo>
                    <a:pt x="2138" y="223"/>
                    <a:pt x="2285" y="237"/>
                    <a:pt x="2432" y="254"/>
                  </a:cubicBezTo>
                  <a:cubicBezTo>
                    <a:pt x="2373" y="301"/>
                    <a:pt x="2302" y="325"/>
                    <a:pt x="2218" y="325"/>
                  </a:cubicBezTo>
                  <a:cubicBezTo>
                    <a:pt x="2147" y="325"/>
                    <a:pt x="2076" y="313"/>
                    <a:pt x="1993" y="313"/>
                  </a:cubicBezTo>
                  <a:cubicBezTo>
                    <a:pt x="1971" y="311"/>
                    <a:pt x="1949" y="310"/>
                    <a:pt x="1928" y="310"/>
                  </a:cubicBezTo>
                  <a:cubicBezTo>
                    <a:pt x="1704" y="310"/>
                    <a:pt x="1498" y="416"/>
                    <a:pt x="1282" y="491"/>
                  </a:cubicBezTo>
                  <a:cubicBezTo>
                    <a:pt x="926" y="622"/>
                    <a:pt x="534" y="693"/>
                    <a:pt x="143" y="705"/>
                  </a:cubicBezTo>
                  <a:cubicBezTo>
                    <a:pt x="119" y="1001"/>
                    <a:pt x="143" y="1310"/>
                    <a:pt x="36" y="1582"/>
                  </a:cubicBezTo>
                  <a:cubicBezTo>
                    <a:pt x="24" y="1606"/>
                    <a:pt x="13" y="1630"/>
                    <a:pt x="1" y="1653"/>
                  </a:cubicBezTo>
                  <a:cubicBezTo>
                    <a:pt x="48" y="1819"/>
                    <a:pt x="96" y="1986"/>
                    <a:pt x="143" y="2187"/>
                  </a:cubicBezTo>
                  <a:cubicBezTo>
                    <a:pt x="641" y="1736"/>
                    <a:pt x="1471" y="1748"/>
                    <a:pt x="1922" y="1345"/>
                  </a:cubicBezTo>
                  <a:cubicBezTo>
                    <a:pt x="2218" y="1072"/>
                    <a:pt x="2373" y="669"/>
                    <a:pt x="2479" y="242"/>
                  </a:cubicBezTo>
                  <a:cubicBezTo>
                    <a:pt x="2491" y="171"/>
                    <a:pt x="2527" y="112"/>
                    <a:pt x="2562" y="52"/>
                  </a:cubicBezTo>
                  <a:lnTo>
                    <a:pt x="2562" y="52"/>
                  </a:lnTo>
                  <a:cubicBezTo>
                    <a:pt x="2539" y="64"/>
                    <a:pt x="2515" y="76"/>
                    <a:pt x="2479" y="76"/>
                  </a:cubicBezTo>
                  <a:cubicBezTo>
                    <a:pt x="2396" y="76"/>
                    <a:pt x="2302" y="64"/>
                    <a:pt x="2218" y="52"/>
                  </a:cubicBezTo>
                  <a:cubicBezTo>
                    <a:pt x="1983" y="16"/>
                    <a:pt x="1747" y="1"/>
                    <a:pt x="1517" y="1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99"/>
            <p:cNvSpPr/>
            <p:nvPr/>
          </p:nvSpPr>
          <p:spPr>
            <a:xfrm>
              <a:off x="-3393045" y="1377963"/>
              <a:ext cx="253269" cy="56053"/>
            </a:xfrm>
            <a:custGeom>
              <a:rect b="b" l="l" r="r" t="t"/>
              <a:pathLst>
                <a:path extrusionOk="0" h="617" w="2788">
                  <a:moveTo>
                    <a:pt x="1158" y="1"/>
                  </a:moveTo>
                  <a:cubicBezTo>
                    <a:pt x="740" y="1"/>
                    <a:pt x="354" y="122"/>
                    <a:pt x="36" y="545"/>
                  </a:cubicBezTo>
                  <a:cubicBezTo>
                    <a:pt x="24" y="569"/>
                    <a:pt x="12" y="593"/>
                    <a:pt x="0" y="617"/>
                  </a:cubicBezTo>
                  <a:cubicBezTo>
                    <a:pt x="167" y="474"/>
                    <a:pt x="380" y="391"/>
                    <a:pt x="605" y="356"/>
                  </a:cubicBezTo>
                  <a:cubicBezTo>
                    <a:pt x="724" y="337"/>
                    <a:pt x="846" y="329"/>
                    <a:pt x="969" y="329"/>
                  </a:cubicBezTo>
                  <a:cubicBezTo>
                    <a:pt x="1154" y="329"/>
                    <a:pt x="1341" y="346"/>
                    <a:pt x="1519" y="368"/>
                  </a:cubicBezTo>
                  <a:cubicBezTo>
                    <a:pt x="1699" y="383"/>
                    <a:pt x="1879" y="398"/>
                    <a:pt x="2059" y="398"/>
                  </a:cubicBezTo>
                  <a:cubicBezTo>
                    <a:pt x="2163" y="398"/>
                    <a:pt x="2268" y="392"/>
                    <a:pt x="2372" y="379"/>
                  </a:cubicBezTo>
                  <a:cubicBezTo>
                    <a:pt x="2444" y="320"/>
                    <a:pt x="2538" y="273"/>
                    <a:pt x="2633" y="261"/>
                  </a:cubicBezTo>
                  <a:cubicBezTo>
                    <a:pt x="2681" y="249"/>
                    <a:pt x="2740" y="225"/>
                    <a:pt x="2788" y="213"/>
                  </a:cubicBezTo>
                  <a:cubicBezTo>
                    <a:pt x="2243" y="187"/>
                    <a:pt x="1676" y="1"/>
                    <a:pt x="1158" y="1"/>
                  </a:cubicBezTo>
                  <a:close/>
                </a:path>
              </a:pathLst>
            </a:custGeom>
            <a:solidFill>
              <a:srgbClr val="573A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99"/>
            <p:cNvSpPr/>
            <p:nvPr/>
          </p:nvSpPr>
          <p:spPr>
            <a:xfrm>
              <a:off x="-3266955" y="1436924"/>
              <a:ext cx="74400" cy="126914"/>
            </a:xfrm>
            <a:custGeom>
              <a:rect b="b" l="l" r="r" t="t"/>
              <a:pathLst>
                <a:path extrusionOk="0" h="1397" w="819">
                  <a:moveTo>
                    <a:pt x="403" y="1"/>
                  </a:moveTo>
                  <a:cubicBezTo>
                    <a:pt x="338" y="1"/>
                    <a:pt x="270" y="34"/>
                    <a:pt x="225" y="86"/>
                  </a:cubicBezTo>
                  <a:cubicBezTo>
                    <a:pt x="154" y="157"/>
                    <a:pt x="119" y="264"/>
                    <a:pt x="95" y="371"/>
                  </a:cubicBezTo>
                  <a:cubicBezTo>
                    <a:pt x="36" y="620"/>
                    <a:pt x="0" y="893"/>
                    <a:pt x="107" y="1130"/>
                  </a:cubicBezTo>
                  <a:cubicBezTo>
                    <a:pt x="142" y="1213"/>
                    <a:pt x="202" y="1296"/>
                    <a:pt x="273" y="1343"/>
                  </a:cubicBezTo>
                  <a:cubicBezTo>
                    <a:pt x="320" y="1375"/>
                    <a:pt x="384" y="1396"/>
                    <a:pt x="445" y="1396"/>
                  </a:cubicBezTo>
                  <a:cubicBezTo>
                    <a:pt x="476" y="1396"/>
                    <a:pt x="506" y="1391"/>
                    <a:pt x="534" y="1379"/>
                  </a:cubicBezTo>
                  <a:lnTo>
                    <a:pt x="818" y="525"/>
                  </a:lnTo>
                  <a:cubicBezTo>
                    <a:pt x="712" y="525"/>
                    <a:pt x="641" y="418"/>
                    <a:pt x="629" y="312"/>
                  </a:cubicBezTo>
                  <a:cubicBezTo>
                    <a:pt x="605" y="217"/>
                    <a:pt x="593" y="98"/>
                    <a:pt x="510" y="39"/>
                  </a:cubicBezTo>
                  <a:cubicBezTo>
                    <a:pt x="479" y="12"/>
                    <a:pt x="442" y="1"/>
                    <a:pt x="403" y="1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99"/>
            <p:cNvSpPr/>
            <p:nvPr/>
          </p:nvSpPr>
          <p:spPr>
            <a:xfrm>
              <a:off x="-3158216" y="1359248"/>
              <a:ext cx="476287" cy="650741"/>
            </a:xfrm>
            <a:custGeom>
              <a:rect b="b" l="l" r="r" t="t"/>
              <a:pathLst>
                <a:path extrusionOk="0" h="7163" w="5243">
                  <a:moveTo>
                    <a:pt x="3846" y="0"/>
                  </a:moveTo>
                  <a:cubicBezTo>
                    <a:pt x="3834" y="0"/>
                    <a:pt x="3821" y="2"/>
                    <a:pt x="3808" y="4"/>
                  </a:cubicBezTo>
                  <a:cubicBezTo>
                    <a:pt x="3760" y="28"/>
                    <a:pt x="3689" y="87"/>
                    <a:pt x="3654" y="135"/>
                  </a:cubicBezTo>
                  <a:cubicBezTo>
                    <a:pt x="3405" y="467"/>
                    <a:pt x="3334" y="775"/>
                    <a:pt x="2895" y="1226"/>
                  </a:cubicBezTo>
                  <a:cubicBezTo>
                    <a:pt x="2824" y="1307"/>
                    <a:pt x="2736" y="1414"/>
                    <a:pt x="2638" y="1414"/>
                  </a:cubicBezTo>
                  <a:cubicBezTo>
                    <a:pt x="2621" y="1414"/>
                    <a:pt x="2604" y="1411"/>
                    <a:pt x="2586" y="1404"/>
                  </a:cubicBezTo>
                  <a:cubicBezTo>
                    <a:pt x="2468" y="1368"/>
                    <a:pt x="2432" y="1226"/>
                    <a:pt x="2385" y="1107"/>
                  </a:cubicBezTo>
                  <a:cubicBezTo>
                    <a:pt x="2295" y="950"/>
                    <a:pt x="2132" y="857"/>
                    <a:pt x="1954" y="857"/>
                  </a:cubicBezTo>
                  <a:cubicBezTo>
                    <a:pt x="1943" y="857"/>
                    <a:pt x="1933" y="857"/>
                    <a:pt x="1922" y="858"/>
                  </a:cubicBezTo>
                  <a:cubicBezTo>
                    <a:pt x="1981" y="1226"/>
                    <a:pt x="2254" y="1534"/>
                    <a:pt x="2373" y="1890"/>
                  </a:cubicBezTo>
                  <a:cubicBezTo>
                    <a:pt x="2420" y="2032"/>
                    <a:pt x="2444" y="2186"/>
                    <a:pt x="2432" y="2341"/>
                  </a:cubicBezTo>
                  <a:cubicBezTo>
                    <a:pt x="1649" y="3669"/>
                    <a:pt x="784" y="5045"/>
                    <a:pt x="1" y="6373"/>
                  </a:cubicBezTo>
                  <a:cubicBezTo>
                    <a:pt x="428" y="6610"/>
                    <a:pt x="867" y="6859"/>
                    <a:pt x="1294" y="7096"/>
                  </a:cubicBezTo>
                  <a:cubicBezTo>
                    <a:pt x="1351" y="7125"/>
                    <a:pt x="1409" y="7162"/>
                    <a:pt x="1474" y="7162"/>
                  </a:cubicBezTo>
                  <a:cubicBezTo>
                    <a:pt x="1488" y="7162"/>
                    <a:pt x="1503" y="7160"/>
                    <a:pt x="1519" y="7156"/>
                  </a:cubicBezTo>
                  <a:cubicBezTo>
                    <a:pt x="1590" y="7144"/>
                    <a:pt x="1638" y="7073"/>
                    <a:pt x="1685" y="7013"/>
                  </a:cubicBezTo>
                  <a:cubicBezTo>
                    <a:pt x="2491" y="5910"/>
                    <a:pt x="2729" y="4689"/>
                    <a:pt x="3061" y="3361"/>
                  </a:cubicBezTo>
                  <a:cubicBezTo>
                    <a:pt x="3084" y="3242"/>
                    <a:pt x="3215" y="2945"/>
                    <a:pt x="3310" y="2720"/>
                  </a:cubicBezTo>
                  <a:cubicBezTo>
                    <a:pt x="3369" y="2649"/>
                    <a:pt x="3428" y="2578"/>
                    <a:pt x="3500" y="2519"/>
                  </a:cubicBezTo>
                  <a:cubicBezTo>
                    <a:pt x="3749" y="2281"/>
                    <a:pt x="4057" y="2103"/>
                    <a:pt x="4353" y="1937"/>
                  </a:cubicBezTo>
                  <a:cubicBezTo>
                    <a:pt x="4603" y="1783"/>
                    <a:pt x="4863" y="1641"/>
                    <a:pt x="5124" y="1487"/>
                  </a:cubicBezTo>
                  <a:cubicBezTo>
                    <a:pt x="5160" y="1463"/>
                    <a:pt x="5207" y="1439"/>
                    <a:pt x="5219" y="1404"/>
                  </a:cubicBezTo>
                  <a:cubicBezTo>
                    <a:pt x="5243" y="1356"/>
                    <a:pt x="5231" y="1297"/>
                    <a:pt x="5196" y="1273"/>
                  </a:cubicBezTo>
                  <a:cubicBezTo>
                    <a:pt x="5185" y="1270"/>
                    <a:pt x="5175" y="1268"/>
                    <a:pt x="5164" y="1268"/>
                  </a:cubicBezTo>
                  <a:cubicBezTo>
                    <a:pt x="5139" y="1268"/>
                    <a:pt x="5114" y="1277"/>
                    <a:pt x="5089" y="1285"/>
                  </a:cubicBezTo>
                  <a:cubicBezTo>
                    <a:pt x="4852" y="1392"/>
                    <a:pt x="4519" y="1522"/>
                    <a:pt x="4306" y="1570"/>
                  </a:cubicBezTo>
                  <a:cubicBezTo>
                    <a:pt x="4401" y="1356"/>
                    <a:pt x="4828" y="1012"/>
                    <a:pt x="5029" y="775"/>
                  </a:cubicBezTo>
                  <a:cubicBezTo>
                    <a:pt x="5065" y="740"/>
                    <a:pt x="5101" y="692"/>
                    <a:pt x="5077" y="645"/>
                  </a:cubicBezTo>
                  <a:cubicBezTo>
                    <a:pt x="5063" y="612"/>
                    <a:pt x="5037" y="599"/>
                    <a:pt x="5008" y="599"/>
                  </a:cubicBezTo>
                  <a:cubicBezTo>
                    <a:pt x="4962" y="599"/>
                    <a:pt x="4906" y="628"/>
                    <a:pt x="4863" y="657"/>
                  </a:cubicBezTo>
                  <a:cubicBezTo>
                    <a:pt x="4709" y="775"/>
                    <a:pt x="4425" y="977"/>
                    <a:pt x="4270" y="1095"/>
                  </a:cubicBezTo>
                  <a:cubicBezTo>
                    <a:pt x="4202" y="1155"/>
                    <a:pt x="4104" y="1202"/>
                    <a:pt x="4045" y="1202"/>
                  </a:cubicBezTo>
                  <a:cubicBezTo>
                    <a:pt x="4021" y="1202"/>
                    <a:pt x="4004" y="1195"/>
                    <a:pt x="3998" y="1178"/>
                  </a:cubicBezTo>
                  <a:cubicBezTo>
                    <a:pt x="3950" y="1155"/>
                    <a:pt x="4021" y="977"/>
                    <a:pt x="4081" y="882"/>
                  </a:cubicBezTo>
                  <a:cubicBezTo>
                    <a:pt x="4187" y="716"/>
                    <a:pt x="4294" y="502"/>
                    <a:pt x="4413" y="336"/>
                  </a:cubicBezTo>
                  <a:cubicBezTo>
                    <a:pt x="4448" y="277"/>
                    <a:pt x="4508" y="158"/>
                    <a:pt x="4448" y="123"/>
                  </a:cubicBezTo>
                  <a:cubicBezTo>
                    <a:pt x="4437" y="114"/>
                    <a:pt x="4423" y="110"/>
                    <a:pt x="4408" y="110"/>
                  </a:cubicBezTo>
                  <a:cubicBezTo>
                    <a:pt x="4362" y="110"/>
                    <a:pt x="4306" y="146"/>
                    <a:pt x="4270" y="182"/>
                  </a:cubicBezTo>
                  <a:cubicBezTo>
                    <a:pt x="4069" y="407"/>
                    <a:pt x="3843" y="751"/>
                    <a:pt x="3642" y="977"/>
                  </a:cubicBezTo>
                  <a:cubicBezTo>
                    <a:pt x="3500" y="906"/>
                    <a:pt x="3820" y="384"/>
                    <a:pt x="3915" y="170"/>
                  </a:cubicBezTo>
                  <a:cubicBezTo>
                    <a:pt x="3927" y="135"/>
                    <a:pt x="3938" y="99"/>
                    <a:pt x="3927" y="64"/>
                  </a:cubicBezTo>
                  <a:cubicBezTo>
                    <a:pt x="3917" y="18"/>
                    <a:pt x="3887" y="0"/>
                    <a:pt x="3846" y="0"/>
                  </a:cubicBezTo>
                  <a:close/>
                </a:path>
              </a:pathLst>
            </a:custGeom>
            <a:solidFill>
              <a:srgbClr val="D29E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99"/>
            <p:cNvSpPr/>
            <p:nvPr/>
          </p:nvSpPr>
          <p:spPr>
            <a:xfrm>
              <a:off x="-3097805" y="1601725"/>
              <a:ext cx="239188" cy="407814"/>
            </a:xfrm>
            <a:custGeom>
              <a:rect b="b" l="l" r="r" t="t"/>
              <a:pathLst>
                <a:path extrusionOk="0" h="4489" w="2633">
                  <a:moveTo>
                    <a:pt x="2503" y="0"/>
                  </a:moveTo>
                  <a:cubicBezTo>
                    <a:pt x="1836" y="0"/>
                    <a:pt x="1001" y="2881"/>
                    <a:pt x="0" y="4072"/>
                  </a:cubicBezTo>
                  <a:cubicBezTo>
                    <a:pt x="202" y="4190"/>
                    <a:pt x="415" y="4309"/>
                    <a:pt x="629" y="4427"/>
                  </a:cubicBezTo>
                  <a:cubicBezTo>
                    <a:pt x="690" y="4458"/>
                    <a:pt x="752" y="4489"/>
                    <a:pt x="821" y="4489"/>
                  </a:cubicBezTo>
                  <a:cubicBezTo>
                    <a:pt x="832" y="4489"/>
                    <a:pt x="843" y="4488"/>
                    <a:pt x="854" y="4487"/>
                  </a:cubicBezTo>
                  <a:cubicBezTo>
                    <a:pt x="925" y="4463"/>
                    <a:pt x="973" y="4404"/>
                    <a:pt x="1020" y="4344"/>
                  </a:cubicBezTo>
                  <a:cubicBezTo>
                    <a:pt x="1826" y="3230"/>
                    <a:pt x="2052" y="2020"/>
                    <a:pt x="2396" y="692"/>
                  </a:cubicBezTo>
                  <a:cubicBezTo>
                    <a:pt x="2419" y="561"/>
                    <a:pt x="2550" y="276"/>
                    <a:pt x="2633" y="39"/>
                  </a:cubicBezTo>
                  <a:cubicBezTo>
                    <a:pt x="2590" y="13"/>
                    <a:pt x="2547" y="0"/>
                    <a:pt x="2503" y="0"/>
                  </a:cubicBezTo>
                  <a:close/>
                </a:path>
              </a:pathLst>
            </a:custGeom>
            <a:solidFill>
              <a:srgbClr val="885D39">
                <a:alpha val="42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99"/>
            <p:cNvSpPr/>
            <p:nvPr/>
          </p:nvSpPr>
          <p:spPr>
            <a:xfrm>
              <a:off x="-2942736" y="1617351"/>
              <a:ext cx="58321" cy="60141"/>
            </a:xfrm>
            <a:custGeom>
              <a:rect b="b" l="l" r="r" t="t"/>
              <a:pathLst>
                <a:path extrusionOk="0" h="662" w="642">
                  <a:moveTo>
                    <a:pt x="297" y="93"/>
                  </a:moveTo>
                  <a:cubicBezTo>
                    <a:pt x="369" y="116"/>
                    <a:pt x="440" y="164"/>
                    <a:pt x="511" y="199"/>
                  </a:cubicBezTo>
                  <a:cubicBezTo>
                    <a:pt x="523" y="211"/>
                    <a:pt x="535" y="223"/>
                    <a:pt x="546" y="235"/>
                  </a:cubicBezTo>
                  <a:cubicBezTo>
                    <a:pt x="546" y="247"/>
                    <a:pt x="535" y="270"/>
                    <a:pt x="535" y="282"/>
                  </a:cubicBezTo>
                  <a:lnTo>
                    <a:pt x="428" y="543"/>
                  </a:lnTo>
                  <a:cubicBezTo>
                    <a:pt x="416" y="567"/>
                    <a:pt x="416" y="567"/>
                    <a:pt x="416" y="567"/>
                  </a:cubicBezTo>
                  <a:cubicBezTo>
                    <a:pt x="404" y="567"/>
                    <a:pt x="392" y="567"/>
                    <a:pt x="392" y="555"/>
                  </a:cubicBezTo>
                  <a:lnTo>
                    <a:pt x="119" y="448"/>
                  </a:lnTo>
                  <a:cubicBezTo>
                    <a:pt x="108" y="437"/>
                    <a:pt x="96" y="437"/>
                    <a:pt x="96" y="425"/>
                  </a:cubicBezTo>
                  <a:cubicBezTo>
                    <a:pt x="96" y="425"/>
                    <a:pt x="108" y="413"/>
                    <a:pt x="108" y="401"/>
                  </a:cubicBezTo>
                  <a:lnTo>
                    <a:pt x="274" y="104"/>
                  </a:lnTo>
                  <a:cubicBezTo>
                    <a:pt x="274" y="93"/>
                    <a:pt x="286" y="93"/>
                    <a:pt x="286" y="93"/>
                  </a:cubicBezTo>
                  <a:close/>
                  <a:moveTo>
                    <a:pt x="286" y="0"/>
                  </a:moveTo>
                  <a:cubicBezTo>
                    <a:pt x="244" y="0"/>
                    <a:pt x="208" y="22"/>
                    <a:pt x="191" y="57"/>
                  </a:cubicBezTo>
                  <a:lnTo>
                    <a:pt x="25" y="365"/>
                  </a:lnTo>
                  <a:cubicBezTo>
                    <a:pt x="13" y="377"/>
                    <a:pt x="1" y="413"/>
                    <a:pt x="13" y="448"/>
                  </a:cubicBezTo>
                  <a:cubicBezTo>
                    <a:pt x="25" y="496"/>
                    <a:pt x="72" y="520"/>
                    <a:pt x="84" y="531"/>
                  </a:cubicBezTo>
                  <a:lnTo>
                    <a:pt x="357" y="638"/>
                  </a:lnTo>
                  <a:cubicBezTo>
                    <a:pt x="369" y="650"/>
                    <a:pt x="392" y="662"/>
                    <a:pt x="416" y="662"/>
                  </a:cubicBezTo>
                  <a:cubicBezTo>
                    <a:pt x="428" y="662"/>
                    <a:pt x="440" y="650"/>
                    <a:pt x="452" y="650"/>
                  </a:cubicBezTo>
                  <a:cubicBezTo>
                    <a:pt x="487" y="638"/>
                    <a:pt x="499" y="591"/>
                    <a:pt x="511" y="579"/>
                  </a:cubicBezTo>
                  <a:lnTo>
                    <a:pt x="618" y="318"/>
                  </a:lnTo>
                  <a:cubicBezTo>
                    <a:pt x="629" y="294"/>
                    <a:pt x="641" y="259"/>
                    <a:pt x="629" y="211"/>
                  </a:cubicBezTo>
                  <a:cubicBezTo>
                    <a:pt x="618" y="176"/>
                    <a:pt x="582" y="140"/>
                    <a:pt x="558" y="128"/>
                  </a:cubicBezTo>
                  <a:cubicBezTo>
                    <a:pt x="487" y="81"/>
                    <a:pt x="404" y="33"/>
                    <a:pt x="333" y="10"/>
                  </a:cubicBezTo>
                  <a:cubicBezTo>
                    <a:pt x="317" y="3"/>
                    <a:pt x="301" y="0"/>
                    <a:pt x="2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99"/>
            <p:cNvSpPr/>
            <p:nvPr/>
          </p:nvSpPr>
          <p:spPr>
            <a:xfrm>
              <a:off x="-2981526" y="1605540"/>
              <a:ext cx="68041" cy="52601"/>
            </a:xfrm>
            <a:custGeom>
              <a:rect b="b" l="l" r="r" t="t"/>
              <a:pathLst>
                <a:path extrusionOk="0" h="579" w="749">
                  <a:moveTo>
                    <a:pt x="278" y="0"/>
                  </a:moveTo>
                  <a:cubicBezTo>
                    <a:pt x="262" y="0"/>
                    <a:pt x="244" y="3"/>
                    <a:pt x="226" y="9"/>
                  </a:cubicBezTo>
                  <a:cubicBezTo>
                    <a:pt x="214" y="21"/>
                    <a:pt x="203" y="45"/>
                    <a:pt x="191" y="68"/>
                  </a:cubicBezTo>
                  <a:cubicBezTo>
                    <a:pt x="143" y="151"/>
                    <a:pt x="72" y="234"/>
                    <a:pt x="13" y="317"/>
                  </a:cubicBezTo>
                  <a:cubicBezTo>
                    <a:pt x="1" y="329"/>
                    <a:pt x="13" y="365"/>
                    <a:pt x="36" y="377"/>
                  </a:cubicBezTo>
                  <a:cubicBezTo>
                    <a:pt x="179" y="412"/>
                    <a:pt x="440" y="507"/>
                    <a:pt x="594" y="578"/>
                  </a:cubicBezTo>
                  <a:cubicBezTo>
                    <a:pt x="653" y="448"/>
                    <a:pt x="677" y="365"/>
                    <a:pt x="748" y="246"/>
                  </a:cubicBezTo>
                  <a:cubicBezTo>
                    <a:pt x="629" y="175"/>
                    <a:pt x="452" y="57"/>
                    <a:pt x="321" y="9"/>
                  </a:cubicBezTo>
                  <a:cubicBezTo>
                    <a:pt x="309" y="3"/>
                    <a:pt x="294" y="0"/>
                    <a:pt x="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99"/>
            <p:cNvSpPr/>
            <p:nvPr/>
          </p:nvSpPr>
          <p:spPr>
            <a:xfrm>
              <a:off x="-2938375" y="1630070"/>
              <a:ext cx="44240" cy="23711"/>
            </a:xfrm>
            <a:custGeom>
              <a:rect b="b" l="l" r="r" t="t"/>
              <a:pathLst>
                <a:path extrusionOk="0" h="261" w="487">
                  <a:moveTo>
                    <a:pt x="36" y="0"/>
                  </a:moveTo>
                  <a:cubicBezTo>
                    <a:pt x="24" y="36"/>
                    <a:pt x="12" y="59"/>
                    <a:pt x="0" y="83"/>
                  </a:cubicBezTo>
                  <a:cubicBezTo>
                    <a:pt x="154" y="130"/>
                    <a:pt x="297" y="190"/>
                    <a:pt x="439" y="261"/>
                  </a:cubicBezTo>
                  <a:cubicBezTo>
                    <a:pt x="451" y="237"/>
                    <a:pt x="463" y="225"/>
                    <a:pt x="487" y="202"/>
                  </a:cubicBezTo>
                  <a:cubicBezTo>
                    <a:pt x="332" y="130"/>
                    <a:pt x="190" y="71"/>
                    <a:pt x="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99"/>
            <p:cNvSpPr/>
            <p:nvPr/>
          </p:nvSpPr>
          <p:spPr>
            <a:xfrm>
              <a:off x="-2909306" y="1637792"/>
              <a:ext cx="38881" cy="49239"/>
            </a:xfrm>
            <a:custGeom>
              <a:rect b="b" l="l" r="r" t="t"/>
              <a:pathLst>
                <a:path extrusionOk="0" h="542" w="428">
                  <a:moveTo>
                    <a:pt x="148" y="0"/>
                  </a:moveTo>
                  <a:cubicBezTo>
                    <a:pt x="124" y="0"/>
                    <a:pt x="104" y="17"/>
                    <a:pt x="95" y="34"/>
                  </a:cubicBezTo>
                  <a:cubicBezTo>
                    <a:pt x="60" y="105"/>
                    <a:pt x="36" y="152"/>
                    <a:pt x="12" y="235"/>
                  </a:cubicBezTo>
                  <a:cubicBezTo>
                    <a:pt x="1" y="271"/>
                    <a:pt x="12" y="295"/>
                    <a:pt x="36" y="306"/>
                  </a:cubicBezTo>
                  <a:cubicBezTo>
                    <a:pt x="155" y="389"/>
                    <a:pt x="214" y="484"/>
                    <a:pt x="273" y="532"/>
                  </a:cubicBezTo>
                  <a:cubicBezTo>
                    <a:pt x="283" y="538"/>
                    <a:pt x="293" y="541"/>
                    <a:pt x="303" y="541"/>
                  </a:cubicBezTo>
                  <a:cubicBezTo>
                    <a:pt x="327" y="541"/>
                    <a:pt x="348" y="522"/>
                    <a:pt x="356" y="496"/>
                  </a:cubicBezTo>
                  <a:cubicBezTo>
                    <a:pt x="380" y="401"/>
                    <a:pt x="404" y="306"/>
                    <a:pt x="427" y="212"/>
                  </a:cubicBezTo>
                  <a:cubicBezTo>
                    <a:pt x="427" y="176"/>
                    <a:pt x="416" y="140"/>
                    <a:pt x="392" y="117"/>
                  </a:cubicBezTo>
                  <a:cubicBezTo>
                    <a:pt x="344" y="81"/>
                    <a:pt x="238" y="45"/>
                    <a:pt x="178" y="10"/>
                  </a:cubicBezTo>
                  <a:cubicBezTo>
                    <a:pt x="168" y="3"/>
                    <a:pt x="158" y="0"/>
                    <a:pt x="1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99"/>
            <p:cNvSpPr/>
            <p:nvPr/>
          </p:nvSpPr>
          <p:spPr>
            <a:xfrm>
              <a:off x="-2601166" y="3296878"/>
              <a:ext cx="168149" cy="158892"/>
            </a:xfrm>
            <a:custGeom>
              <a:rect b="b" l="l" r="r" t="t"/>
              <a:pathLst>
                <a:path extrusionOk="0" h="1749" w="1851">
                  <a:moveTo>
                    <a:pt x="1542" y="0"/>
                  </a:moveTo>
                  <a:cubicBezTo>
                    <a:pt x="1061" y="179"/>
                    <a:pt x="569" y="274"/>
                    <a:pt x="86" y="274"/>
                  </a:cubicBezTo>
                  <a:cubicBezTo>
                    <a:pt x="57" y="274"/>
                    <a:pt x="29" y="273"/>
                    <a:pt x="0" y="273"/>
                  </a:cubicBezTo>
                  <a:lnTo>
                    <a:pt x="0" y="273"/>
                  </a:lnTo>
                  <a:cubicBezTo>
                    <a:pt x="214" y="676"/>
                    <a:pt x="309" y="1186"/>
                    <a:pt x="249" y="1696"/>
                  </a:cubicBezTo>
                  <a:cubicBezTo>
                    <a:pt x="402" y="1732"/>
                    <a:pt x="560" y="1749"/>
                    <a:pt x="721" y="1749"/>
                  </a:cubicBezTo>
                  <a:cubicBezTo>
                    <a:pt x="1096" y="1749"/>
                    <a:pt x="1485" y="1653"/>
                    <a:pt x="1851" y="1471"/>
                  </a:cubicBezTo>
                  <a:cubicBezTo>
                    <a:pt x="1732" y="1008"/>
                    <a:pt x="1613" y="510"/>
                    <a:pt x="15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99"/>
            <p:cNvSpPr/>
            <p:nvPr/>
          </p:nvSpPr>
          <p:spPr>
            <a:xfrm>
              <a:off x="-2607615" y="3395086"/>
              <a:ext cx="341568" cy="137816"/>
            </a:xfrm>
            <a:custGeom>
              <a:rect b="b" l="l" r="r" t="t"/>
              <a:pathLst>
                <a:path extrusionOk="0" h="1517" w="3760">
                  <a:moveTo>
                    <a:pt x="2192" y="1"/>
                  </a:moveTo>
                  <a:cubicBezTo>
                    <a:pt x="2169" y="1"/>
                    <a:pt x="2145" y="4"/>
                    <a:pt x="2123" y="10"/>
                  </a:cubicBezTo>
                  <a:cubicBezTo>
                    <a:pt x="2040" y="46"/>
                    <a:pt x="1969" y="152"/>
                    <a:pt x="1898" y="224"/>
                  </a:cubicBezTo>
                  <a:cubicBezTo>
                    <a:pt x="1754" y="390"/>
                    <a:pt x="1548" y="479"/>
                    <a:pt x="1353" y="479"/>
                  </a:cubicBezTo>
                  <a:cubicBezTo>
                    <a:pt x="1242" y="479"/>
                    <a:pt x="1134" y="450"/>
                    <a:pt x="1044" y="390"/>
                  </a:cubicBezTo>
                  <a:cubicBezTo>
                    <a:pt x="925" y="319"/>
                    <a:pt x="842" y="176"/>
                    <a:pt x="712" y="105"/>
                  </a:cubicBezTo>
                  <a:cubicBezTo>
                    <a:pt x="663" y="78"/>
                    <a:pt x="601" y="63"/>
                    <a:pt x="540" y="63"/>
                  </a:cubicBezTo>
                  <a:cubicBezTo>
                    <a:pt x="439" y="63"/>
                    <a:pt x="337" y="104"/>
                    <a:pt x="285" y="200"/>
                  </a:cubicBezTo>
                  <a:cubicBezTo>
                    <a:pt x="214" y="259"/>
                    <a:pt x="178" y="449"/>
                    <a:pt x="143" y="532"/>
                  </a:cubicBezTo>
                  <a:cubicBezTo>
                    <a:pt x="36" y="864"/>
                    <a:pt x="0" y="1196"/>
                    <a:pt x="60" y="1504"/>
                  </a:cubicBezTo>
                  <a:lnTo>
                    <a:pt x="3380" y="1516"/>
                  </a:lnTo>
                  <a:lnTo>
                    <a:pt x="3701" y="1493"/>
                  </a:lnTo>
                  <a:cubicBezTo>
                    <a:pt x="3760" y="1267"/>
                    <a:pt x="3760" y="1006"/>
                    <a:pt x="3606" y="852"/>
                  </a:cubicBezTo>
                  <a:cubicBezTo>
                    <a:pt x="3487" y="734"/>
                    <a:pt x="3309" y="710"/>
                    <a:pt x="3143" y="662"/>
                  </a:cubicBezTo>
                  <a:cubicBezTo>
                    <a:pt x="2894" y="591"/>
                    <a:pt x="2669" y="449"/>
                    <a:pt x="2515" y="247"/>
                  </a:cubicBezTo>
                  <a:cubicBezTo>
                    <a:pt x="2467" y="176"/>
                    <a:pt x="2420" y="105"/>
                    <a:pt x="2360" y="58"/>
                  </a:cubicBezTo>
                  <a:cubicBezTo>
                    <a:pt x="2317" y="23"/>
                    <a:pt x="2254" y="1"/>
                    <a:pt x="21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99"/>
            <p:cNvSpPr/>
            <p:nvPr/>
          </p:nvSpPr>
          <p:spPr>
            <a:xfrm>
              <a:off x="-2604436" y="3506921"/>
              <a:ext cx="336299" cy="25982"/>
            </a:xfrm>
            <a:custGeom>
              <a:rect b="b" l="l" r="r" t="t"/>
              <a:pathLst>
                <a:path extrusionOk="0" h="286" w="3702">
                  <a:moveTo>
                    <a:pt x="1" y="1"/>
                  </a:moveTo>
                  <a:cubicBezTo>
                    <a:pt x="1" y="96"/>
                    <a:pt x="13" y="190"/>
                    <a:pt x="25" y="273"/>
                  </a:cubicBezTo>
                  <a:lnTo>
                    <a:pt x="3345" y="285"/>
                  </a:lnTo>
                  <a:lnTo>
                    <a:pt x="3677" y="262"/>
                  </a:lnTo>
                  <a:cubicBezTo>
                    <a:pt x="3689" y="179"/>
                    <a:pt x="3701" y="84"/>
                    <a:pt x="37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99"/>
            <p:cNvSpPr/>
            <p:nvPr/>
          </p:nvSpPr>
          <p:spPr>
            <a:xfrm>
              <a:off x="-3290665" y="2369127"/>
              <a:ext cx="861914" cy="1018400"/>
            </a:xfrm>
            <a:custGeom>
              <a:rect b="b" l="l" r="r" t="t"/>
              <a:pathLst>
                <a:path extrusionOk="0" h="11210" w="9488">
                  <a:moveTo>
                    <a:pt x="3546" y="1"/>
                  </a:moveTo>
                  <a:cubicBezTo>
                    <a:pt x="2360" y="285"/>
                    <a:pt x="1186" y="570"/>
                    <a:pt x="0" y="855"/>
                  </a:cubicBezTo>
                  <a:cubicBezTo>
                    <a:pt x="0" y="1744"/>
                    <a:pt x="0" y="2681"/>
                    <a:pt x="439" y="3333"/>
                  </a:cubicBezTo>
                  <a:cubicBezTo>
                    <a:pt x="983" y="4143"/>
                    <a:pt x="2014" y="4320"/>
                    <a:pt x="3019" y="4320"/>
                  </a:cubicBezTo>
                  <a:cubicBezTo>
                    <a:pt x="3088" y="4320"/>
                    <a:pt x="3157" y="4319"/>
                    <a:pt x="3226" y="4318"/>
                  </a:cubicBezTo>
                  <a:cubicBezTo>
                    <a:pt x="3796" y="4299"/>
                    <a:pt x="4463" y="4219"/>
                    <a:pt x="5099" y="4219"/>
                  </a:cubicBezTo>
                  <a:cubicBezTo>
                    <a:pt x="5654" y="4219"/>
                    <a:pt x="6186" y="4280"/>
                    <a:pt x="6606" y="4496"/>
                  </a:cubicBezTo>
                  <a:cubicBezTo>
                    <a:pt x="6416" y="5456"/>
                    <a:pt x="6381" y="6085"/>
                    <a:pt x="6464" y="6642"/>
                  </a:cubicBezTo>
                  <a:cubicBezTo>
                    <a:pt x="6547" y="7200"/>
                    <a:pt x="6689" y="7650"/>
                    <a:pt x="6820" y="8184"/>
                  </a:cubicBezTo>
                  <a:cubicBezTo>
                    <a:pt x="7009" y="8955"/>
                    <a:pt x="7163" y="9536"/>
                    <a:pt x="7163" y="10378"/>
                  </a:cubicBezTo>
                  <a:cubicBezTo>
                    <a:pt x="7175" y="10615"/>
                    <a:pt x="7152" y="10924"/>
                    <a:pt x="7306" y="11066"/>
                  </a:cubicBezTo>
                  <a:cubicBezTo>
                    <a:pt x="7424" y="11185"/>
                    <a:pt x="7899" y="11208"/>
                    <a:pt x="8077" y="11208"/>
                  </a:cubicBezTo>
                  <a:cubicBezTo>
                    <a:pt x="8106" y="11209"/>
                    <a:pt x="8133" y="11209"/>
                    <a:pt x="8160" y="11209"/>
                  </a:cubicBezTo>
                  <a:cubicBezTo>
                    <a:pt x="8759" y="11209"/>
                    <a:pt x="8841" y="11085"/>
                    <a:pt x="9488" y="10971"/>
                  </a:cubicBezTo>
                  <a:cubicBezTo>
                    <a:pt x="9322" y="8552"/>
                    <a:pt x="9144" y="6120"/>
                    <a:pt x="8966" y="3689"/>
                  </a:cubicBezTo>
                  <a:cubicBezTo>
                    <a:pt x="8954" y="3393"/>
                    <a:pt x="8931" y="3096"/>
                    <a:pt x="8800" y="2847"/>
                  </a:cubicBezTo>
                  <a:cubicBezTo>
                    <a:pt x="8646" y="2515"/>
                    <a:pt x="8338" y="2325"/>
                    <a:pt x="8041" y="2159"/>
                  </a:cubicBezTo>
                  <a:cubicBezTo>
                    <a:pt x="6487" y="1317"/>
                    <a:pt x="4744" y="795"/>
                    <a:pt x="2930" y="629"/>
                  </a:cubicBezTo>
                  <a:lnTo>
                    <a:pt x="3617" y="558"/>
                  </a:lnTo>
                  <a:cubicBezTo>
                    <a:pt x="3594" y="368"/>
                    <a:pt x="3570" y="191"/>
                    <a:pt x="35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99"/>
            <p:cNvSpPr/>
            <p:nvPr/>
          </p:nvSpPr>
          <p:spPr>
            <a:xfrm>
              <a:off x="-3290665" y="2369127"/>
              <a:ext cx="823215" cy="1016129"/>
            </a:xfrm>
            <a:custGeom>
              <a:rect b="b" l="l" r="r" t="t"/>
              <a:pathLst>
                <a:path extrusionOk="0" h="11185" w="9062">
                  <a:moveTo>
                    <a:pt x="3546" y="1"/>
                  </a:moveTo>
                  <a:cubicBezTo>
                    <a:pt x="2372" y="285"/>
                    <a:pt x="1186" y="570"/>
                    <a:pt x="12" y="855"/>
                  </a:cubicBezTo>
                  <a:cubicBezTo>
                    <a:pt x="0" y="1744"/>
                    <a:pt x="12" y="2681"/>
                    <a:pt x="451" y="3333"/>
                  </a:cubicBezTo>
                  <a:cubicBezTo>
                    <a:pt x="983" y="4143"/>
                    <a:pt x="2025" y="4320"/>
                    <a:pt x="3031" y="4320"/>
                  </a:cubicBezTo>
                  <a:cubicBezTo>
                    <a:pt x="3100" y="4320"/>
                    <a:pt x="3169" y="4319"/>
                    <a:pt x="3238" y="4318"/>
                  </a:cubicBezTo>
                  <a:cubicBezTo>
                    <a:pt x="3812" y="4298"/>
                    <a:pt x="4495" y="4212"/>
                    <a:pt x="5142" y="4212"/>
                  </a:cubicBezTo>
                  <a:cubicBezTo>
                    <a:pt x="5684" y="4212"/>
                    <a:pt x="6200" y="4273"/>
                    <a:pt x="6606" y="4484"/>
                  </a:cubicBezTo>
                  <a:cubicBezTo>
                    <a:pt x="6416" y="5456"/>
                    <a:pt x="6393" y="6085"/>
                    <a:pt x="6464" y="6642"/>
                  </a:cubicBezTo>
                  <a:cubicBezTo>
                    <a:pt x="6547" y="7200"/>
                    <a:pt x="6689" y="7650"/>
                    <a:pt x="6831" y="8184"/>
                  </a:cubicBezTo>
                  <a:cubicBezTo>
                    <a:pt x="7021" y="8955"/>
                    <a:pt x="7163" y="9536"/>
                    <a:pt x="7175" y="10378"/>
                  </a:cubicBezTo>
                  <a:cubicBezTo>
                    <a:pt x="7175" y="10615"/>
                    <a:pt x="7163" y="10924"/>
                    <a:pt x="7318" y="11066"/>
                  </a:cubicBezTo>
                  <a:cubicBezTo>
                    <a:pt x="7377" y="11125"/>
                    <a:pt x="7519" y="11161"/>
                    <a:pt x="7673" y="11185"/>
                  </a:cubicBezTo>
                  <a:cubicBezTo>
                    <a:pt x="7235" y="8433"/>
                    <a:pt x="6144" y="5338"/>
                    <a:pt x="9061" y="4934"/>
                  </a:cubicBezTo>
                  <a:cubicBezTo>
                    <a:pt x="9037" y="4519"/>
                    <a:pt x="9002" y="4104"/>
                    <a:pt x="8978" y="3689"/>
                  </a:cubicBezTo>
                  <a:cubicBezTo>
                    <a:pt x="8954" y="3393"/>
                    <a:pt x="8931" y="3084"/>
                    <a:pt x="8812" y="2847"/>
                  </a:cubicBezTo>
                  <a:cubicBezTo>
                    <a:pt x="8646" y="2515"/>
                    <a:pt x="8338" y="2325"/>
                    <a:pt x="8041" y="2159"/>
                  </a:cubicBezTo>
                  <a:cubicBezTo>
                    <a:pt x="6487" y="1317"/>
                    <a:pt x="4756" y="795"/>
                    <a:pt x="2930" y="629"/>
                  </a:cubicBezTo>
                  <a:lnTo>
                    <a:pt x="3629" y="558"/>
                  </a:lnTo>
                  <a:cubicBezTo>
                    <a:pt x="3594" y="368"/>
                    <a:pt x="3570" y="191"/>
                    <a:pt x="3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99"/>
            <p:cNvSpPr/>
            <p:nvPr/>
          </p:nvSpPr>
          <p:spPr>
            <a:xfrm>
              <a:off x="-2220896" y="3311959"/>
              <a:ext cx="185410" cy="158620"/>
            </a:xfrm>
            <a:custGeom>
              <a:rect b="b" l="l" r="r" t="t"/>
              <a:pathLst>
                <a:path extrusionOk="0" h="1746" w="2041">
                  <a:moveTo>
                    <a:pt x="1507" y="0"/>
                  </a:moveTo>
                  <a:cubicBezTo>
                    <a:pt x="1048" y="179"/>
                    <a:pt x="568" y="274"/>
                    <a:pt x="86" y="274"/>
                  </a:cubicBezTo>
                  <a:cubicBezTo>
                    <a:pt x="58" y="274"/>
                    <a:pt x="29" y="274"/>
                    <a:pt x="1" y="273"/>
                  </a:cubicBezTo>
                  <a:lnTo>
                    <a:pt x="1" y="273"/>
                  </a:lnTo>
                  <a:cubicBezTo>
                    <a:pt x="286" y="676"/>
                    <a:pt x="452" y="1174"/>
                    <a:pt x="475" y="1684"/>
                  </a:cubicBezTo>
                  <a:cubicBezTo>
                    <a:pt x="639" y="1725"/>
                    <a:pt x="806" y="1745"/>
                    <a:pt x="974" y="1745"/>
                  </a:cubicBezTo>
                  <a:cubicBezTo>
                    <a:pt x="1340" y="1745"/>
                    <a:pt x="1707" y="1650"/>
                    <a:pt x="2041" y="1471"/>
                  </a:cubicBezTo>
                  <a:cubicBezTo>
                    <a:pt x="1804" y="984"/>
                    <a:pt x="1626" y="486"/>
                    <a:pt x="1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99"/>
            <p:cNvSpPr/>
            <p:nvPr/>
          </p:nvSpPr>
          <p:spPr>
            <a:xfrm>
              <a:off x="-2217626" y="3409713"/>
              <a:ext cx="362098" cy="138270"/>
            </a:xfrm>
            <a:custGeom>
              <a:rect b="b" l="l" r="r" t="t"/>
              <a:pathLst>
                <a:path extrusionOk="0" h="1522" w="3986">
                  <a:moveTo>
                    <a:pt x="2149" y="1"/>
                  </a:moveTo>
                  <a:cubicBezTo>
                    <a:pt x="2124" y="1"/>
                    <a:pt x="2100" y="5"/>
                    <a:pt x="2076" y="15"/>
                  </a:cubicBezTo>
                  <a:cubicBezTo>
                    <a:pt x="1981" y="51"/>
                    <a:pt x="1934" y="146"/>
                    <a:pt x="1863" y="229"/>
                  </a:cubicBezTo>
                  <a:cubicBezTo>
                    <a:pt x="1740" y="390"/>
                    <a:pt x="1528" y="481"/>
                    <a:pt x="1320" y="481"/>
                  </a:cubicBezTo>
                  <a:cubicBezTo>
                    <a:pt x="1206" y="481"/>
                    <a:pt x="1093" y="454"/>
                    <a:pt x="997" y="395"/>
                  </a:cubicBezTo>
                  <a:cubicBezTo>
                    <a:pt x="854" y="312"/>
                    <a:pt x="748" y="181"/>
                    <a:pt x="594" y="110"/>
                  </a:cubicBezTo>
                  <a:cubicBezTo>
                    <a:pt x="540" y="83"/>
                    <a:pt x="474" y="68"/>
                    <a:pt x="410" y="68"/>
                  </a:cubicBezTo>
                  <a:cubicBezTo>
                    <a:pt x="305" y="68"/>
                    <a:pt x="203" y="109"/>
                    <a:pt x="167" y="205"/>
                  </a:cubicBezTo>
                  <a:cubicBezTo>
                    <a:pt x="95" y="252"/>
                    <a:pt x="84" y="454"/>
                    <a:pt x="60" y="537"/>
                  </a:cubicBezTo>
                  <a:cubicBezTo>
                    <a:pt x="1" y="857"/>
                    <a:pt x="24" y="1201"/>
                    <a:pt x="131" y="1510"/>
                  </a:cubicBezTo>
                  <a:lnTo>
                    <a:pt x="3618" y="1521"/>
                  </a:lnTo>
                  <a:cubicBezTo>
                    <a:pt x="3736" y="1510"/>
                    <a:pt x="3843" y="1510"/>
                    <a:pt x="3962" y="1498"/>
                  </a:cubicBezTo>
                  <a:cubicBezTo>
                    <a:pt x="3985" y="1260"/>
                    <a:pt x="3938" y="1000"/>
                    <a:pt x="3760" y="857"/>
                  </a:cubicBezTo>
                  <a:cubicBezTo>
                    <a:pt x="3618" y="739"/>
                    <a:pt x="3416" y="715"/>
                    <a:pt x="3238" y="667"/>
                  </a:cubicBezTo>
                  <a:cubicBezTo>
                    <a:pt x="2965" y="596"/>
                    <a:pt x="2716" y="454"/>
                    <a:pt x="2515" y="241"/>
                  </a:cubicBezTo>
                  <a:cubicBezTo>
                    <a:pt x="2455" y="181"/>
                    <a:pt x="2396" y="110"/>
                    <a:pt x="2325" y="63"/>
                  </a:cubicBezTo>
                  <a:cubicBezTo>
                    <a:pt x="2274" y="29"/>
                    <a:pt x="2211" y="1"/>
                    <a:pt x="21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99"/>
            <p:cNvSpPr/>
            <p:nvPr/>
          </p:nvSpPr>
          <p:spPr>
            <a:xfrm>
              <a:off x="-2212266" y="3520912"/>
              <a:ext cx="354558" cy="27073"/>
            </a:xfrm>
            <a:custGeom>
              <a:rect b="b" l="l" r="r" t="t"/>
              <a:pathLst>
                <a:path extrusionOk="0" h="298" w="3903">
                  <a:moveTo>
                    <a:pt x="1" y="1"/>
                  </a:moveTo>
                  <a:cubicBezTo>
                    <a:pt x="13" y="96"/>
                    <a:pt x="36" y="191"/>
                    <a:pt x="72" y="286"/>
                  </a:cubicBezTo>
                  <a:lnTo>
                    <a:pt x="3559" y="297"/>
                  </a:lnTo>
                  <a:cubicBezTo>
                    <a:pt x="3677" y="286"/>
                    <a:pt x="3784" y="286"/>
                    <a:pt x="3903" y="274"/>
                  </a:cubicBezTo>
                  <a:cubicBezTo>
                    <a:pt x="3903" y="191"/>
                    <a:pt x="3903" y="96"/>
                    <a:pt x="38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99"/>
            <p:cNvSpPr/>
            <p:nvPr/>
          </p:nvSpPr>
          <p:spPr>
            <a:xfrm>
              <a:off x="-3133416" y="2373488"/>
              <a:ext cx="1105462" cy="1009679"/>
            </a:xfrm>
            <a:custGeom>
              <a:rect b="b" l="l" r="r" t="t"/>
              <a:pathLst>
                <a:path extrusionOk="0" h="11114" w="12169">
                  <a:moveTo>
                    <a:pt x="3713" y="0"/>
                  </a:moveTo>
                  <a:cubicBezTo>
                    <a:pt x="2479" y="285"/>
                    <a:pt x="1234" y="570"/>
                    <a:pt x="1" y="842"/>
                  </a:cubicBezTo>
                  <a:cubicBezTo>
                    <a:pt x="143" y="1720"/>
                    <a:pt x="321" y="2657"/>
                    <a:pt x="914" y="3309"/>
                  </a:cubicBezTo>
                  <a:cubicBezTo>
                    <a:pt x="1646" y="4108"/>
                    <a:pt x="2814" y="4284"/>
                    <a:pt x="3913" y="4284"/>
                  </a:cubicBezTo>
                  <a:cubicBezTo>
                    <a:pt x="3989" y="4284"/>
                    <a:pt x="4065" y="4283"/>
                    <a:pt x="4140" y="4282"/>
                  </a:cubicBezTo>
                  <a:cubicBezTo>
                    <a:pt x="4761" y="4262"/>
                    <a:pt x="5485" y="4181"/>
                    <a:pt x="6188" y="4181"/>
                  </a:cubicBezTo>
                  <a:cubicBezTo>
                    <a:pt x="6788" y="4181"/>
                    <a:pt x="7372" y="4240"/>
                    <a:pt x="7864" y="4448"/>
                  </a:cubicBezTo>
                  <a:cubicBezTo>
                    <a:pt x="7828" y="5408"/>
                    <a:pt x="7899" y="6037"/>
                    <a:pt x="8089" y="6582"/>
                  </a:cubicBezTo>
                  <a:cubicBezTo>
                    <a:pt x="8279" y="7140"/>
                    <a:pt x="8516" y="7591"/>
                    <a:pt x="8753" y="8112"/>
                  </a:cubicBezTo>
                  <a:cubicBezTo>
                    <a:pt x="9109" y="8883"/>
                    <a:pt x="9370" y="9464"/>
                    <a:pt x="9524" y="10283"/>
                  </a:cubicBezTo>
                  <a:cubicBezTo>
                    <a:pt x="9572" y="10520"/>
                    <a:pt x="9607" y="10828"/>
                    <a:pt x="9797" y="10971"/>
                  </a:cubicBezTo>
                  <a:cubicBezTo>
                    <a:pt x="9951" y="11089"/>
                    <a:pt x="10473" y="11113"/>
                    <a:pt x="10663" y="11113"/>
                  </a:cubicBezTo>
                  <a:cubicBezTo>
                    <a:pt x="10694" y="11113"/>
                    <a:pt x="10724" y="11114"/>
                    <a:pt x="10753" y="11114"/>
                  </a:cubicBezTo>
                  <a:cubicBezTo>
                    <a:pt x="11403" y="11114"/>
                    <a:pt x="11476" y="10990"/>
                    <a:pt x="12169" y="10888"/>
                  </a:cubicBezTo>
                  <a:cubicBezTo>
                    <a:pt x="11552" y="8468"/>
                    <a:pt x="10924" y="6061"/>
                    <a:pt x="10307" y="3653"/>
                  </a:cubicBezTo>
                  <a:cubicBezTo>
                    <a:pt x="10224" y="3357"/>
                    <a:pt x="10153" y="3060"/>
                    <a:pt x="9975" y="2811"/>
                  </a:cubicBezTo>
                  <a:cubicBezTo>
                    <a:pt x="9738" y="2491"/>
                    <a:pt x="9370" y="2301"/>
                    <a:pt x="9014" y="2135"/>
                  </a:cubicBezTo>
                  <a:cubicBezTo>
                    <a:pt x="7164" y="1305"/>
                    <a:pt x="5172" y="783"/>
                    <a:pt x="3144" y="617"/>
                  </a:cubicBezTo>
                  <a:lnTo>
                    <a:pt x="3891" y="546"/>
                  </a:lnTo>
                  <a:cubicBezTo>
                    <a:pt x="3831" y="368"/>
                    <a:pt x="3772" y="190"/>
                    <a:pt x="37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99"/>
            <p:cNvSpPr/>
            <p:nvPr/>
          </p:nvSpPr>
          <p:spPr>
            <a:xfrm>
              <a:off x="-3496516" y="1694300"/>
              <a:ext cx="306139" cy="56507"/>
            </a:xfrm>
            <a:custGeom>
              <a:rect b="b" l="l" r="r" t="t"/>
              <a:pathLst>
                <a:path extrusionOk="0" h="622" w="3370">
                  <a:moveTo>
                    <a:pt x="1225" y="0"/>
                  </a:moveTo>
                  <a:cubicBezTo>
                    <a:pt x="851" y="0"/>
                    <a:pt x="471" y="12"/>
                    <a:pt x="84" y="16"/>
                  </a:cubicBezTo>
                  <a:cubicBezTo>
                    <a:pt x="131" y="349"/>
                    <a:pt x="48" y="135"/>
                    <a:pt x="1" y="479"/>
                  </a:cubicBezTo>
                  <a:cubicBezTo>
                    <a:pt x="232" y="471"/>
                    <a:pt x="463" y="468"/>
                    <a:pt x="695" y="468"/>
                  </a:cubicBezTo>
                  <a:cubicBezTo>
                    <a:pt x="1542" y="468"/>
                    <a:pt x="2388" y="519"/>
                    <a:pt x="3227" y="621"/>
                  </a:cubicBezTo>
                  <a:cubicBezTo>
                    <a:pt x="3274" y="420"/>
                    <a:pt x="3322" y="503"/>
                    <a:pt x="3369" y="289"/>
                  </a:cubicBezTo>
                  <a:cubicBezTo>
                    <a:pt x="2664" y="46"/>
                    <a:pt x="1954" y="0"/>
                    <a:pt x="12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99"/>
            <p:cNvSpPr/>
            <p:nvPr/>
          </p:nvSpPr>
          <p:spPr>
            <a:xfrm>
              <a:off x="-3621425" y="1709290"/>
              <a:ext cx="907244" cy="1015493"/>
            </a:xfrm>
            <a:custGeom>
              <a:rect b="b" l="l" r="r" t="t"/>
              <a:pathLst>
                <a:path extrusionOk="0" h="11178" w="9987">
                  <a:moveTo>
                    <a:pt x="2397" y="1"/>
                  </a:moveTo>
                  <a:cubicBezTo>
                    <a:pt x="2082" y="1"/>
                    <a:pt x="1768" y="26"/>
                    <a:pt x="1483" y="136"/>
                  </a:cubicBezTo>
                  <a:cubicBezTo>
                    <a:pt x="1210" y="243"/>
                    <a:pt x="973" y="350"/>
                    <a:pt x="747" y="527"/>
                  </a:cubicBezTo>
                  <a:cubicBezTo>
                    <a:pt x="439" y="753"/>
                    <a:pt x="463" y="990"/>
                    <a:pt x="285" y="1322"/>
                  </a:cubicBezTo>
                  <a:cubicBezTo>
                    <a:pt x="0" y="1868"/>
                    <a:pt x="178" y="3398"/>
                    <a:pt x="344" y="3991"/>
                  </a:cubicBezTo>
                  <a:cubicBezTo>
                    <a:pt x="866" y="5722"/>
                    <a:pt x="1328" y="6552"/>
                    <a:pt x="2159" y="8165"/>
                  </a:cubicBezTo>
                  <a:cubicBezTo>
                    <a:pt x="2313" y="8485"/>
                    <a:pt x="2479" y="8794"/>
                    <a:pt x="2692" y="9090"/>
                  </a:cubicBezTo>
                  <a:cubicBezTo>
                    <a:pt x="2799" y="9375"/>
                    <a:pt x="2918" y="9671"/>
                    <a:pt x="3024" y="9968"/>
                  </a:cubicBezTo>
                  <a:cubicBezTo>
                    <a:pt x="3060" y="10075"/>
                    <a:pt x="3107" y="10169"/>
                    <a:pt x="3167" y="10252"/>
                  </a:cubicBezTo>
                  <a:cubicBezTo>
                    <a:pt x="3309" y="10442"/>
                    <a:pt x="3546" y="10525"/>
                    <a:pt x="3760" y="10596"/>
                  </a:cubicBezTo>
                  <a:cubicBezTo>
                    <a:pt x="4459" y="10834"/>
                    <a:pt x="5171" y="11071"/>
                    <a:pt x="5906" y="11154"/>
                  </a:cubicBezTo>
                  <a:cubicBezTo>
                    <a:pt x="6060" y="11169"/>
                    <a:pt x="6215" y="11177"/>
                    <a:pt x="6371" y="11177"/>
                  </a:cubicBezTo>
                  <a:cubicBezTo>
                    <a:pt x="6951" y="11177"/>
                    <a:pt x="7536" y="11064"/>
                    <a:pt x="8041" y="10774"/>
                  </a:cubicBezTo>
                  <a:cubicBezTo>
                    <a:pt x="8563" y="10478"/>
                    <a:pt x="8954" y="10003"/>
                    <a:pt x="9263" y="9493"/>
                  </a:cubicBezTo>
                  <a:cubicBezTo>
                    <a:pt x="9571" y="8983"/>
                    <a:pt x="9773" y="8414"/>
                    <a:pt x="9986" y="7857"/>
                  </a:cubicBezTo>
                  <a:cubicBezTo>
                    <a:pt x="9737" y="7643"/>
                    <a:pt x="9476" y="7430"/>
                    <a:pt x="9227" y="7216"/>
                  </a:cubicBezTo>
                  <a:cubicBezTo>
                    <a:pt x="9109" y="7086"/>
                    <a:pt x="8966" y="6979"/>
                    <a:pt x="8836" y="6861"/>
                  </a:cubicBezTo>
                  <a:cubicBezTo>
                    <a:pt x="8290" y="6351"/>
                    <a:pt x="7851" y="5710"/>
                    <a:pt x="7590" y="5010"/>
                  </a:cubicBezTo>
                  <a:cubicBezTo>
                    <a:pt x="7330" y="4323"/>
                    <a:pt x="7235" y="3587"/>
                    <a:pt x="7057" y="2876"/>
                  </a:cubicBezTo>
                  <a:cubicBezTo>
                    <a:pt x="6879" y="2152"/>
                    <a:pt x="6606" y="1441"/>
                    <a:pt x="6072" y="931"/>
                  </a:cubicBezTo>
                  <a:cubicBezTo>
                    <a:pt x="5645" y="516"/>
                    <a:pt x="5064" y="267"/>
                    <a:pt x="4471" y="148"/>
                  </a:cubicBezTo>
                  <a:cubicBezTo>
                    <a:pt x="3878" y="29"/>
                    <a:pt x="3274" y="18"/>
                    <a:pt x="2669" y="6"/>
                  </a:cubicBezTo>
                  <a:cubicBezTo>
                    <a:pt x="2578" y="3"/>
                    <a:pt x="2487" y="1"/>
                    <a:pt x="23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99"/>
            <p:cNvSpPr/>
            <p:nvPr/>
          </p:nvSpPr>
          <p:spPr>
            <a:xfrm>
              <a:off x="-3588086" y="1854376"/>
              <a:ext cx="732736" cy="846971"/>
            </a:xfrm>
            <a:custGeom>
              <a:rect b="b" l="l" r="r" t="t"/>
              <a:pathLst>
                <a:path extrusionOk="0" h="9323" w="8066">
                  <a:moveTo>
                    <a:pt x="999" y="1"/>
                  </a:moveTo>
                  <a:cubicBezTo>
                    <a:pt x="664" y="1"/>
                    <a:pt x="322" y="58"/>
                    <a:pt x="143" y="330"/>
                  </a:cubicBezTo>
                  <a:cubicBezTo>
                    <a:pt x="13" y="520"/>
                    <a:pt x="1" y="769"/>
                    <a:pt x="13" y="994"/>
                  </a:cubicBezTo>
                  <a:cubicBezTo>
                    <a:pt x="48" y="2512"/>
                    <a:pt x="546" y="4018"/>
                    <a:pt x="1400" y="5264"/>
                  </a:cubicBezTo>
                  <a:cubicBezTo>
                    <a:pt x="1887" y="5987"/>
                    <a:pt x="2503" y="6639"/>
                    <a:pt x="2788" y="7458"/>
                  </a:cubicBezTo>
                  <a:cubicBezTo>
                    <a:pt x="2907" y="7790"/>
                    <a:pt x="2978" y="8169"/>
                    <a:pt x="3179" y="8454"/>
                  </a:cubicBezTo>
                  <a:cubicBezTo>
                    <a:pt x="3416" y="8786"/>
                    <a:pt x="3808" y="8964"/>
                    <a:pt x="4187" y="9082"/>
                  </a:cubicBezTo>
                  <a:cubicBezTo>
                    <a:pt x="4694" y="9243"/>
                    <a:pt x="5221" y="9323"/>
                    <a:pt x="5748" y="9323"/>
                  </a:cubicBezTo>
                  <a:cubicBezTo>
                    <a:pt x="5924" y="9323"/>
                    <a:pt x="6100" y="9314"/>
                    <a:pt x="6275" y="9296"/>
                  </a:cubicBezTo>
                  <a:cubicBezTo>
                    <a:pt x="6927" y="9225"/>
                    <a:pt x="7639" y="8952"/>
                    <a:pt x="7876" y="8347"/>
                  </a:cubicBezTo>
                  <a:cubicBezTo>
                    <a:pt x="8066" y="7837"/>
                    <a:pt x="7852" y="7256"/>
                    <a:pt x="7508" y="6829"/>
                  </a:cubicBezTo>
                  <a:cubicBezTo>
                    <a:pt x="7164" y="6402"/>
                    <a:pt x="6713" y="6094"/>
                    <a:pt x="6322" y="5702"/>
                  </a:cubicBezTo>
                  <a:cubicBezTo>
                    <a:pt x="5800" y="5192"/>
                    <a:pt x="5421" y="4540"/>
                    <a:pt x="5195" y="3840"/>
                  </a:cubicBezTo>
                  <a:cubicBezTo>
                    <a:pt x="5077" y="3449"/>
                    <a:pt x="5006" y="3010"/>
                    <a:pt x="4733" y="2690"/>
                  </a:cubicBezTo>
                  <a:cubicBezTo>
                    <a:pt x="4365" y="2239"/>
                    <a:pt x="3713" y="2121"/>
                    <a:pt x="3333" y="1670"/>
                  </a:cubicBezTo>
                  <a:cubicBezTo>
                    <a:pt x="3025" y="1302"/>
                    <a:pt x="2954" y="757"/>
                    <a:pt x="2598" y="425"/>
                  </a:cubicBezTo>
                  <a:cubicBezTo>
                    <a:pt x="2254" y="93"/>
                    <a:pt x="1732" y="45"/>
                    <a:pt x="1258" y="10"/>
                  </a:cubicBezTo>
                  <a:cubicBezTo>
                    <a:pt x="1174" y="5"/>
                    <a:pt x="1087" y="1"/>
                    <a:pt x="9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99"/>
            <p:cNvSpPr/>
            <p:nvPr/>
          </p:nvSpPr>
          <p:spPr>
            <a:xfrm>
              <a:off x="-3289575" y="1784059"/>
              <a:ext cx="316768" cy="302250"/>
            </a:xfrm>
            <a:custGeom>
              <a:rect b="b" l="l" r="r" t="t"/>
              <a:pathLst>
                <a:path extrusionOk="0" h="3327" w="3487">
                  <a:moveTo>
                    <a:pt x="949" y="1"/>
                  </a:moveTo>
                  <a:cubicBezTo>
                    <a:pt x="629" y="1"/>
                    <a:pt x="297" y="131"/>
                    <a:pt x="142" y="392"/>
                  </a:cubicBezTo>
                  <a:cubicBezTo>
                    <a:pt x="0" y="641"/>
                    <a:pt x="36" y="950"/>
                    <a:pt x="107" y="1211"/>
                  </a:cubicBezTo>
                  <a:cubicBezTo>
                    <a:pt x="415" y="2290"/>
                    <a:pt x="1399" y="3144"/>
                    <a:pt x="2514" y="3310"/>
                  </a:cubicBezTo>
                  <a:cubicBezTo>
                    <a:pt x="2582" y="3320"/>
                    <a:pt x="2653" y="3326"/>
                    <a:pt x="2724" y="3326"/>
                  </a:cubicBezTo>
                  <a:cubicBezTo>
                    <a:pt x="2905" y="3326"/>
                    <a:pt x="3087" y="3286"/>
                    <a:pt x="3214" y="3168"/>
                  </a:cubicBezTo>
                  <a:cubicBezTo>
                    <a:pt x="3487" y="2907"/>
                    <a:pt x="3380" y="2468"/>
                    <a:pt x="3238" y="2124"/>
                  </a:cubicBezTo>
                  <a:cubicBezTo>
                    <a:pt x="3036" y="1614"/>
                    <a:pt x="2787" y="1104"/>
                    <a:pt x="2408" y="701"/>
                  </a:cubicBezTo>
                  <a:cubicBezTo>
                    <a:pt x="2028" y="286"/>
                    <a:pt x="1494" y="1"/>
                    <a:pt x="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99"/>
            <p:cNvSpPr/>
            <p:nvPr/>
          </p:nvSpPr>
          <p:spPr>
            <a:xfrm>
              <a:off x="-3160305" y="2020993"/>
              <a:ext cx="365278" cy="522827"/>
            </a:xfrm>
            <a:custGeom>
              <a:rect b="b" l="l" r="r" t="t"/>
              <a:pathLst>
                <a:path extrusionOk="0" h="5755" w="4021">
                  <a:moveTo>
                    <a:pt x="101" y="1"/>
                  </a:moveTo>
                  <a:cubicBezTo>
                    <a:pt x="68" y="1"/>
                    <a:pt x="34" y="5"/>
                    <a:pt x="0" y="14"/>
                  </a:cubicBezTo>
                  <a:lnTo>
                    <a:pt x="24" y="109"/>
                  </a:lnTo>
                  <a:cubicBezTo>
                    <a:pt x="51" y="102"/>
                    <a:pt x="78" y="98"/>
                    <a:pt x="105" y="98"/>
                  </a:cubicBezTo>
                  <a:cubicBezTo>
                    <a:pt x="254" y="98"/>
                    <a:pt x="394" y="202"/>
                    <a:pt x="475" y="322"/>
                  </a:cubicBezTo>
                  <a:cubicBezTo>
                    <a:pt x="569" y="465"/>
                    <a:pt x="617" y="631"/>
                    <a:pt x="652" y="797"/>
                  </a:cubicBezTo>
                  <a:lnTo>
                    <a:pt x="664" y="856"/>
                  </a:lnTo>
                  <a:cubicBezTo>
                    <a:pt x="1020" y="2244"/>
                    <a:pt x="1827" y="3501"/>
                    <a:pt x="2965" y="4378"/>
                  </a:cubicBezTo>
                  <a:cubicBezTo>
                    <a:pt x="3013" y="4414"/>
                    <a:pt x="3060" y="4438"/>
                    <a:pt x="3107" y="4473"/>
                  </a:cubicBezTo>
                  <a:cubicBezTo>
                    <a:pt x="3285" y="4616"/>
                    <a:pt x="3487" y="4770"/>
                    <a:pt x="3629" y="4948"/>
                  </a:cubicBezTo>
                  <a:cubicBezTo>
                    <a:pt x="3843" y="5197"/>
                    <a:pt x="3926" y="5481"/>
                    <a:pt x="3866" y="5730"/>
                  </a:cubicBezTo>
                  <a:lnTo>
                    <a:pt x="3950" y="5754"/>
                  </a:lnTo>
                  <a:cubicBezTo>
                    <a:pt x="4021" y="5481"/>
                    <a:pt x="3926" y="5161"/>
                    <a:pt x="3700" y="4888"/>
                  </a:cubicBezTo>
                  <a:cubicBezTo>
                    <a:pt x="3546" y="4699"/>
                    <a:pt x="3345" y="4544"/>
                    <a:pt x="3155" y="4402"/>
                  </a:cubicBezTo>
                  <a:cubicBezTo>
                    <a:pt x="3107" y="4367"/>
                    <a:pt x="3060" y="4331"/>
                    <a:pt x="3024" y="4295"/>
                  </a:cubicBezTo>
                  <a:cubicBezTo>
                    <a:pt x="1910" y="3430"/>
                    <a:pt x="1103" y="2208"/>
                    <a:pt x="759" y="832"/>
                  </a:cubicBezTo>
                  <a:lnTo>
                    <a:pt x="747" y="773"/>
                  </a:lnTo>
                  <a:cubicBezTo>
                    <a:pt x="700" y="607"/>
                    <a:pt x="652" y="417"/>
                    <a:pt x="558" y="263"/>
                  </a:cubicBezTo>
                  <a:cubicBezTo>
                    <a:pt x="457" y="132"/>
                    <a:pt x="288" y="1"/>
                    <a:pt x="1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99"/>
            <p:cNvSpPr/>
            <p:nvPr/>
          </p:nvSpPr>
          <p:spPr>
            <a:xfrm>
              <a:off x="-3283125" y="1748355"/>
              <a:ext cx="415968" cy="317058"/>
            </a:xfrm>
            <a:custGeom>
              <a:rect b="b" l="l" r="r" t="t"/>
              <a:pathLst>
                <a:path extrusionOk="0" h="3490" w="4579">
                  <a:moveTo>
                    <a:pt x="1422" y="0"/>
                  </a:moveTo>
                  <a:cubicBezTo>
                    <a:pt x="1000" y="0"/>
                    <a:pt x="562" y="146"/>
                    <a:pt x="309" y="477"/>
                  </a:cubicBezTo>
                  <a:cubicBezTo>
                    <a:pt x="0" y="880"/>
                    <a:pt x="36" y="1485"/>
                    <a:pt x="297" y="1924"/>
                  </a:cubicBezTo>
                  <a:cubicBezTo>
                    <a:pt x="558" y="2363"/>
                    <a:pt x="1008" y="2659"/>
                    <a:pt x="1471" y="2849"/>
                  </a:cubicBezTo>
                  <a:cubicBezTo>
                    <a:pt x="2194" y="3157"/>
                    <a:pt x="2989" y="3252"/>
                    <a:pt x="3736" y="3489"/>
                  </a:cubicBezTo>
                  <a:cubicBezTo>
                    <a:pt x="4258" y="2825"/>
                    <a:pt x="4578" y="2007"/>
                    <a:pt x="4554" y="1046"/>
                  </a:cubicBezTo>
                  <a:cubicBezTo>
                    <a:pt x="3985" y="821"/>
                    <a:pt x="3404" y="596"/>
                    <a:pt x="2823" y="358"/>
                  </a:cubicBezTo>
                  <a:cubicBezTo>
                    <a:pt x="2408" y="192"/>
                    <a:pt x="1969" y="26"/>
                    <a:pt x="1518" y="3"/>
                  </a:cubicBezTo>
                  <a:cubicBezTo>
                    <a:pt x="1486" y="1"/>
                    <a:pt x="1454" y="0"/>
                    <a:pt x="14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99"/>
            <p:cNvSpPr/>
            <p:nvPr/>
          </p:nvSpPr>
          <p:spPr>
            <a:xfrm>
              <a:off x="-3721625" y="1916608"/>
              <a:ext cx="1205662" cy="899754"/>
            </a:xfrm>
            <a:custGeom>
              <a:rect b="b" l="l" r="r" t="t"/>
              <a:pathLst>
                <a:path extrusionOk="0" h="9904" w="13272">
                  <a:moveTo>
                    <a:pt x="2322" y="0"/>
                  </a:moveTo>
                  <a:cubicBezTo>
                    <a:pt x="1720" y="0"/>
                    <a:pt x="1127" y="59"/>
                    <a:pt x="534" y="285"/>
                  </a:cubicBezTo>
                  <a:cubicBezTo>
                    <a:pt x="261" y="1661"/>
                    <a:pt x="0" y="3582"/>
                    <a:pt x="48" y="4994"/>
                  </a:cubicBezTo>
                  <a:cubicBezTo>
                    <a:pt x="95" y="6393"/>
                    <a:pt x="368" y="7804"/>
                    <a:pt x="985" y="9050"/>
                  </a:cubicBezTo>
                  <a:cubicBezTo>
                    <a:pt x="1115" y="9311"/>
                    <a:pt x="1257" y="9572"/>
                    <a:pt x="1483" y="9749"/>
                  </a:cubicBezTo>
                  <a:cubicBezTo>
                    <a:pt x="1566" y="9809"/>
                    <a:pt x="1672" y="9856"/>
                    <a:pt x="1767" y="9904"/>
                  </a:cubicBezTo>
                  <a:lnTo>
                    <a:pt x="8978" y="9904"/>
                  </a:lnTo>
                  <a:cubicBezTo>
                    <a:pt x="8990" y="9904"/>
                    <a:pt x="9002" y="9904"/>
                    <a:pt x="9026" y="9892"/>
                  </a:cubicBezTo>
                  <a:cubicBezTo>
                    <a:pt x="9156" y="9880"/>
                    <a:pt x="12927" y="9856"/>
                    <a:pt x="13046" y="9773"/>
                  </a:cubicBezTo>
                  <a:cubicBezTo>
                    <a:pt x="13165" y="9702"/>
                    <a:pt x="13271" y="9572"/>
                    <a:pt x="13259" y="9417"/>
                  </a:cubicBezTo>
                  <a:cubicBezTo>
                    <a:pt x="13248" y="9168"/>
                    <a:pt x="9346" y="9038"/>
                    <a:pt x="9132" y="8919"/>
                  </a:cubicBezTo>
                  <a:cubicBezTo>
                    <a:pt x="8646" y="8646"/>
                    <a:pt x="8338" y="8113"/>
                    <a:pt x="8077" y="7603"/>
                  </a:cubicBezTo>
                  <a:cubicBezTo>
                    <a:pt x="7092" y="5682"/>
                    <a:pt x="6369" y="3618"/>
                    <a:pt x="5942" y="1483"/>
                  </a:cubicBezTo>
                  <a:cubicBezTo>
                    <a:pt x="5859" y="1092"/>
                    <a:pt x="5776" y="653"/>
                    <a:pt x="5479" y="380"/>
                  </a:cubicBezTo>
                  <a:cubicBezTo>
                    <a:pt x="5213" y="125"/>
                    <a:pt x="4833" y="70"/>
                    <a:pt x="4475" y="70"/>
                  </a:cubicBezTo>
                  <a:cubicBezTo>
                    <a:pt x="4434" y="70"/>
                    <a:pt x="4393" y="71"/>
                    <a:pt x="4353" y="72"/>
                  </a:cubicBezTo>
                  <a:cubicBezTo>
                    <a:pt x="3657" y="72"/>
                    <a:pt x="2984" y="0"/>
                    <a:pt x="2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99"/>
            <p:cNvSpPr/>
            <p:nvPr/>
          </p:nvSpPr>
          <p:spPr>
            <a:xfrm>
              <a:off x="-3367155" y="1940319"/>
              <a:ext cx="482737" cy="840521"/>
            </a:xfrm>
            <a:custGeom>
              <a:rect b="b" l="l" r="r" t="t"/>
              <a:pathLst>
                <a:path extrusionOk="0" h="9252" w="5314">
                  <a:moveTo>
                    <a:pt x="36" y="1"/>
                  </a:moveTo>
                  <a:lnTo>
                    <a:pt x="0" y="107"/>
                  </a:lnTo>
                  <a:cubicBezTo>
                    <a:pt x="498" y="321"/>
                    <a:pt x="700" y="487"/>
                    <a:pt x="878" y="997"/>
                  </a:cubicBezTo>
                  <a:cubicBezTo>
                    <a:pt x="1056" y="1507"/>
                    <a:pt x="1210" y="2183"/>
                    <a:pt x="1376" y="2835"/>
                  </a:cubicBezTo>
                  <a:cubicBezTo>
                    <a:pt x="1530" y="3487"/>
                    <a:pt x="1696" y="4175"/>
                    <a:pt x="1874" y="4685"/>
                  </a:cubicBezTo>
                  <a:cubicBezTo>
                    <a:pt x="2384" y="6203"/>
                    <a:pt x="2906" y="7354"/>
                    <a:pt x="3463" y="8208"/>
                  </a:cubicBezTo>
                  <a:cubicBezTo>
                    <a:pt x="4021" y="9061"/>
                    <a:pt x="4210" y="9251"/>
                    <a:pt x="5112" y="9251"/>
                  </a:cubicBezTo>
                  <a:lnTo>
                    <a:pt x="5313" y="9251"/>
                  </a:lnTo>
                  <a:lnTo>
                    <a:pt x="5313" y="9133"/>
                  </a:lnTo>
                  <a:cubicBezTo>
                    <a:pt x="5235" y="9134"/>
                    <a:pt x="5162" y="9136"/>
                    <a:pt x="5093" y="9136"/>
                  </a:cubicBezTo>
                  <a:cubicBezTo>
                    <a:pt x="4257" y="9136"/>
                    <a:pt x="4095" y="8980"/>
                    <a:pt x="3558" y="8136"/>
                  </a:cubicBezTo>
                  <a:cubicBezTo>
                    <a:pt x="3001" y="7294"/>
                    <a:pt x="2491" y="6156"/>
                    <a:pt x="1969" y="4650"/>
                  </a:cubicBezTo>
                  <a:cubicBezTo>
                    <a:pt x="1803" y="4140"/>
                    <a:pt x="1637" y="3464"/>
                    <a:pt x="1483" y="2811"/>
                  </a:cubicBezTo>
                  <a:cubicBezTo>
                    <a:pt x="1317" y="2147"/>
                    <a:pt x="1162" y="1471"/>
                    <a:pt x="984" y="961"/>
                  </a:cubicBezTo>
                  <a:cubicBezTo>
                    <a:pt x="795" y="404"/>
                    <a:pt x="546" y="214"/>
                    <a:pt x="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99"/>
            <p:cNvSpPr/>
            <p:nvPr/>
          </p:nvSpPr>
          <p:spPr>
            <a:xfrm>
              <a:off x="-3612795" y="3423976"/>
              <a:ext cx="114280" cy="114286"/>
            </a:xfrm>
            <a:custGeom>
              <a:rect b="b" l="l" r="r" t="t"/>
              <a:pathLst>
                <a:path extrusionOk="0" h="1258" w="1258">
                  <a:moveTo>
                    <a:pt x="629" y="1"/>
                  </a:moveTo>
                  <a:cubicBezTo>
                    <a:pt x="273" y="1"/>
                    <a:pt x="0" y="273"/>
                    <a:pt x="0" y="629"/>
                  </a:cubicBezTo>
                  <a:cubicBezTo>
                    <a:pt x="0" y="973"/>
                    <a:pt x="273" y="1258"/>
                    <a:pt x="629" y="1258"/>
                  </a:cubicBezTo>
                  <a:cubicBezTo>
                    <a:pt x="973" y="1258"/>
                    <a:pt x="1257" y="973"/>
                    <a:pt x="1257" y="629"/>
                  </a:cubicBezTo>
                  <a:cubicBezTo>
                    <a:pt x="1257" y="273"/>
                    <a:pt x="973" y="1"/>
                    <a:pt x="6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99"/>
            <p:cNvSpPr/>
            <p:nvPr/>
          </p:nvSpPr>
          <p:spPr>
            <a:xfrm>
              <a:off x="-2569916" y="3425066"/>
              <a:ext cx="114280" cy="114286"/>
            </a:xfrm>
            <a:custGeom>
              <a:rect b="b" l="l" r="r" t="t"/>
              <a:pathLst>
                <a:path extrusionOk="0" h="1258" w="1258">
                  <a:moveTo>
                    <a:pt x="629" y="0"/>
                  </a:moveTo>
                  <a:cubicBezTo>
                    <a:pt x="285" y="0"/>
                    <a:pt x="0" y="285"/>
                    <a:pt x="0" y="629"/>
                  </a:cubicBezTo>
                  <a:cubicBezTo>
                    <a:pt x="0" y="973"/>
                    <a:pt x="285" y="1258"/>
                    <a:pt x="629" y="1258"/>
                  </a:cubicBezTo>
                  <a:cubicBezTo>
                    <a:pt x="973" y="1258"/>
                    <a:pt x="1257" y="973"/>
                    <a:pt x="1257" y="629"/>
                  </a:cubicBezTo>
                  <a:cubicBezTo>
                    <a:pt x="1257" y="285"/>
                    <a:pt x="973" y="0"/>
                    <a:pt x="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99"/>
            <p:cNvSpPr/>
            <p:nvPr/>
          </p:nvSpPr>
          <p:spPr>
            <a:xfrm>
              <a:off x="-3577275" y="2808746"/>
              <a:ext cx="1082843" cy="744586"/>
            </a:xfrm>
            <a:custGeom>
              <a:rect b="b" l="l" r="r" t="t"/>
              <a:pathLst>
                <a:path extrusionOk="0" h="8196" w="11920">
                  <a:moveTo>
                    <a:pt x="5705" y="1"/>
                  </a:moveTo>
                  <a:lnTo>
                    <a:pt x="5705" y="2005"/>
                  </a:lnTo>
                  <a:lnTo>
                    <a:pt x="5575" y="2005"/>
                  </a:lnTo>
                  <a:lnTo>
                    <a:pt x="5575" y="5480"/>
                  </a:lnTo>
                  <a:lnTo>
                    <a:pt x="5444" y="5480"/>
                  </a:lnTo>
                  <a:cubicBezTo>
                    <a:pt x="5444" y="5480"/>
                    <a:pt x="5029" y="6013"/>
                    <a:pt x="4009" y="6132"/>
                  </a:cubicBezTo>
                  <a:cubicBezTo>
                    <a:pt x="3167" y="6239"/>
                    <a:pt x="985" y="6417"/>
                    <a:pt x="250" y="6476"/>
                  </a:cubicBezTo>
                  <a:cubicBezTo>
                    <a:pt x="107" y="6488"/>
                    <a:pt x="0" y="6606"/>
                    <a:pt x="0" y="6749"/>
                  </a:cubicBezTo>
                  <a:lnTo>
                    <a:pt x="0" y="6891"/>
                  </a:lnTo>
                  <a:lnTo>
                    <a:pt x="5219" y="6464"/>
                  </a:lnTo>
                  <a:lnTo>
                    <a:pt x="5219" y="6464"/>
                  </a:lnTo>
                  <a:cubicBezTo>
                    <a:pt x="5124" y="6547"/>
                    <a:pt x="5029" y="6630"/>
                    <a:pt x="4922" y="6701"/>
                  </a:cubicBezTo>
                  <a:cubicBezTo>
                    <a:pt x="4839" y="6749"/>
                    <a:pt x="4744" y="6808"/>
                    <a:pt x="4685" y="6891"/>
                  </a:cubicBezTo>
                  <a:cubicBezTo>
                    <a:pt x="4661" y="6939"/>
                    <a:pt x="4638" y="6974"/>
                    <a:pt x="4614" y="7022"/>
                  </a:cubicBezTo>
                  <a:lnTo>
                    <a:pt x="4306" y="7022"/>
                  </a:lnTo>
                  <a:lnTo>
                    <a:pt x="4306" y="8196"/>
                  </a:lnTo>
                  <a:lnTo>
                    <a:pt x="5349" y="8196"/>
                  </a:lnTo>
                  <a:lnTo>
                    <a:pt x="5349" y="7022"/>
                  </a:lnTo>
                  <a:lnTo>
                    <a:pt x="5017" y="7022"/>
                  </a:lnTo>
                  <a:cubicBezTo>
                    <a:pt x="5029" y="6998"/>
                    <a:pt x="5029" y="6962"/>
                    <a:pt x="5029" y="6939"/>
                  </a:cubicBezTo>
                  <a:cubicBezTo>
                    <a:pt x="5432" y="6879"/>
                    <a:pt x="5824" y="6689"/>
                    <a:pt x="6132" y="6429"/>
                  </a:cubicBezTo>
                  <a:lnTo>
                    <a:pt x="11920" y="6891"/>
                  </a:lnTo>
                  <a:lnTo>
                    <a:pt x="11920" y="6749"/>
                  </a:lnTo>
                  <a:cubicBezTo>
                    <a:pt x="11920" y="6606"/>
                    <a:pt x="11813" y="6488"/>
                    <a:pt x="11670" y="6476"/>
                  </a:cubicBezTo>
                  <a:cubicBezTo>
                    <a:pt x="10935" y="6417"/>
                    <a:pt x="8753" y="6239"/>
                    <a:pt x="7911" y="6132"/>
                  </a:cubicBezTo>
                  <a:cubicBezTo>
                    <a:pt x="6891" y="6013"/>
                    <a:pt x="6476" y="5480"/>
                    <a:pt x="6476" y="5480"/>
                  </a:cubicBezTo>
                  <a:lnTo>
                    <a:pt x="6345" y="5480"/>
                  </a:lnTo>
                  <a:lnTo>
                    <a:pt x="6345" y="2005"/>
                  </a:lnTo>
                  <a:lnTo>
                    <a:pt x="6215" y="2005"/>
                  </a:lnTo>
                  <a:lnTo>
                    <a:pt x="62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99"/>
            <p:cNvSpPr/>
            <p:nvPr/>
          </p:nvSpPr>
          <p:spPr>
            <a:xfrm>
              <a:off x="-3412486" y="2808746"/>
              <a:ext cx="760806" cy="44243"/>
            </a:xfrm>
            <a:custGeom>
              <a:rect b="b" l="l" r="r" t="t"/>
              <a:pathLst>
                <a:path extrusionOk="0" h="487" w="8375">
                  <a:moveTo>
                    <a:pt x="48" y="1"/>
                  </a:moveTo>
                  <a:cubicBezTo>
                    <a:pt x="13" y="48"/>
                    <a:pt x="1" y="107"/>
                    <a:pt x="1" y="167"/>
                  </a:cubicBezTo>
                  <a:cubicBezTo>
                    <a:pt x="1" y="345"/>
                    <a:pt x="143" y="487"/>
                    <a:pt x="309" y="487"/>
                  </a:cubicBezTo>
                  <a:lnTo>
                    <a:pt x="8066" y="487"/>
                  </a:lnTo>
                  <a:cubicBezTo>
                    <a:pt x="8244" y="487"/>
                    <a:pt x="8374" y="345"/>
                    <a:pt x="8374" y="167"/>
                  </a:cubicBezTo>
                  <a:cubicBezTo>
                    <a:pt x="8374" y="107"/>
                    <a:pt x="8362" y="48"/>
                    <a:pt x="8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99"/>
            <p:cNvSpPr/>
            <p:nvPr/>
          </p:nvSpPr>
          <p:spPr>
            <a:xfrm>
              <a:off x="-3248696" y="1452823"/>
              <a:ext cx="35701" cy="90030"/>
            </a:xfrm>
            <a:custGeom>
              <a:rect b="b" l="l" r="r" t="t"/>
              <a:pathLst>
                <a:path extrusionOk="0" h="991" w="393">
                  <a:moveTo>
                    <a:pt x="217" y="1"/>
                  </a:moveTo>
                  <a:cubicBezTo>
                    <a:pt x="158" y="1"/>
                    <a:pt x="106" y="53"/>
                    <a:pt x="96" y="113"/>
                  </a:cubicBezTo>
                  <a:cubicBezTo>
                    <a:pt x="84" y="184"/>
                    <a:pt x="107" y="255"/>
                    <a:pt x="155" y="314"/>
                  </a:cubicBezTo>
                  <a:cubicBezTo>
                    <a:pt x="167" y="338"/>
                    <a:pt x="179" y="362"/>
                    <a:pt x="167" y="386"/>
                  </a:cubicBezTo>
                  <a:cubicBezTo>
                    <a:pt x="155" y="409"/>
                    <a:pt x="131" y="409"/>
                    <a:pt x="107" y="409"/>
                  </a:cubicBezTo>
                  <a:cubicBezTo>
                    <a:pt x="60" y="421"/>
                    <a:pt x="36" y="445"/>
                    <a:pt x="24" y="492"/>
                  </a:cubicBezTo>
                  <a:cubicBezTo>
                    <a:pt x="1" y="528"/>
                    <a:pt x="1" y="563"/>
                    <a:pt x="1" y="611"/>
                  </a:cubicBezTo>
                  <a:cubicBezTo>
                    <a:pt x="1" y="682"/>
                    <a:pt x="1" y="753"/>
                    <a:pt x="24" y="824"/>
                  </a:cubicBezTo>
                  <a:cubicBezTo>
                    <a:pt x="36" y="896"/>
                    <a:pt x="84" y="955"/>
                    <a:pt x="155" y="990"/>
                  </a:cubicBezTo>
                  <a:cubicBezTo>
                    <a:pt x="143" y="931"/>
                    <a:pt x="155" y="872"/>
                    <a:pt x="202" y="836"/>
                  </a:cubicBezTo>
                  <a:cubicBezTo>
                    <a:pt x="250" y="813"/>
                    <a:pt x="309" y="836"/>
                    <a:pt x="345" y="789"/>
                  </a:cubicBezTo>
                  <a:cubicBezTo>
                    <a:pt x="392" y="729"/>
                    <a:pt x="273" y="646"/>
                    <a:pt x="309" y="563"/>
                  </a:cubicBezTo>
                  <a:cubicBezTo>
                    <a:pt x="321" y="540"/>
                    <a:pt x="368" y="528"/>
                    <a:pt x="380" y="492"/>
                  </a:cubicBezTo>
                  <a:cubicBezTo>
                    <a:pt x="392" y="469"/>
                    <a:pt x="392" y="445"/>
                    <a:pt x="392" y="409"/>
                  </a:cubicBezTo>
                  <a:cubicBezTo>
                    <a:pt x="380" y="338"/>
                    <a:pt x="368" y="267"/>
                    <a:pt x="356" y="184"/>
                  </a:cubicBezTo>
                  <a:cubicBezTo>
                    <a:pt x="345" y="113"/>
                    <a:pt x="321" y="30"/>
                    <a:pt x="250" y="6"/>
                  </a:cubicBezTo>
                  <a:cubicBezTo>
                    <a:pt x="239" y="2"/>
                    <a:pt x="228" y="1"/>
                    <a:pt x="217" y="1"/>
                  </a:cubicBezTo>
                  <a:close/>
                </a:path>
              </a:pathLst>
            </a:custGeom>
            <a:solidFill>
              <a:srgbClr val="885D39">
                <a:alpha val="42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99"/>
            <p:cNvSpPr/>
            <p:nvPr/>
          </p:nvSpPr>
          <p:spPr>
            <a:xfrm>
              <a:off x="-2907125" y="1464724"/>
              <a:ext cx="106740" cy="94300"/>
            </a:xfrm>
            <a:custGeom>
              <a:rect b="b" l="l" r="r" t="t"/>
              <a:pathLst>
                <a:path extrusionOk="0" h="1038" w="1175">
                  <a:moveTo>
                    <a:pt x="543" y="0"/>
                  </a:moveTo>
                  <a:cubicBezTo>
                    <a:pt x="473" y="0"/>
                    <a:pt x="406" y="50"/>
                    <a:pt x="356" y="100"/>
                  </a:cubicBezTo>
                  <a:cubicBezTo>
                    <a:pt x="297" y="172"/>
                    <a:pt x="83" y="314"/>
                    <a:pt x="0" y="349"/>
                  </a:cubicBezTo>
                  <a:cubicBezTo>
                    <a:pt x="131" y="397"/>
                    <a:pt x="226" y="504"/>
                    <a:pt x="273" y="634"/>
                  </a:cubicBezTo>
                  <a:cubicBezTo>
                    <a:pt x="332" y="753"/>
                    <a:pt x="332" y="895"/>
                    <a:pt x="332" y="1037"/>
                  </a:cubicBezTo>
                  <a:cubicBezTo>
                    <a:pt x="558" y="824"/>
                    <a:pt x="854" y="682"/>
                    <a:pt x="1174" y="646"/>
                  </a:cubicBezTo>
                  <a:cubicBezTo>
                    <a:pt x="1163" y="551"/>
                    <a:pt x="1163" y="456"/>
                    <a:pt x="1139" y="373"/>
                  </a:cubicBezTo>
                  <a:cubicBezTo>
                    <a:pt x="1103" y="290"/>
                    <a:pt x="1056" y="207"/>
                    <a:pt x="973" y="172"/>
                  </a:cubicBezTo>
                  <a:cubicBezTo>
                    <a:pt x="890" y="124"/>
                    <a:pt x="783" y="136"/>
                    <a:pt x="700" y="89"/>
                  </a:cubicBezTo>
                  <a:cubicBezTo>
                    <a:pt x="664" y="65"/>
                    <a:pt x="629" y="17"/>
                    <a:pt x="581" y="6"/>
                  </a:cubicBezTo>
                  <a:cubicBezTo>
                    <a:pt x="569" y="2"/>
                    <a:pt x="556" y="0"/>
                    <a:pt x="543" y="0"/>
                  </a:cubicBezTo>
                  <a:close/>
                </a:path>
              </a:pathLst>
            </a:custGeom>
            <a:solidFill>
              <a:srgbClr val="885D39">
                <a:alpha val="424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10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65" name="Google Shape;1065;p10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066" name="Google Shape;1066;p10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67" name="Google Shape;1067;p10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68" name="Google Shape;1068;p10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100"/>
            </a:lvl1pPr>
            <a:lvl2pPr indent="0" lvl="1" marL="0" rtl="0" algn="r">
              <a:spcBef>
                <a:spcPts val="0"/>
              </a:spcBef>
              <a:buNone/>
              <a:defRPr sz="1100"/>
            </a:lvl2pPr>
            <a:lvl3pPr indent="0" lvl="2" marL="0" rtl="0" algn="r">
              <a:spcBef>
                <a:spcPts val="0"/>
              </a:spcBef>
              <a:buNone/>
              <a:defRPr sz="1100"/>
            </a:lvl3pPr>
            <a:lvl4pPr indent="0" lvl="3" marL="0" rtl="0" algn="r">
              <a:spcBef>
                <a:spcPts val="0"/>
              </a:spcBef>
              <a:buNone/>
              <a:defRPr sz="1100"/>
            </a:lvl4pPr>
            <a:lvl5pPr indent="0" lvl="4" marL="0" rtl="0" algn="r">
              <a:spcBef>
                <a:spcPts val="0"/>
              </a:spcBef>
              <a:buNone/>
              <a:defRPr sz="1100"/>
            </a:lvl5pPr>
            <a:lvl6pPr indent="0" lvl="5" marL="0" rtl="0" algn="r">
              <a:spcBef>
                <a:spcPts val="0"/>
              </a:spcBef>
              <a:buNone/>
              <a:defRPr sz="1100"/>
            </a:lvl6pPr>
            <a:lvl7pPr indent="0" lvl="6" marL="0" rtl="0" algn="r">
              <a:spcBef>
                <a:spcPts val="0"/>
              </a:spcBef>
              <a:buNone/>
              <a:defRPr sz="1100"/>
            </a:lvl7pPr>
            <a:lvl8pPr indent="0" lvl="7" marL="0" rtl="0" algn="r">
              <a:spcBef>
                <a:spcPts val="0"/>
              </a:spcBef>
              <a:buNone/>
              <a:defRPr sz="1100"/>
            </a:lvl8pPr>
            <a:lvl9pPr indent="0" lvl="8" marL="0" rt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theme" Target="../theme/theme5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1.xml"/><Relationship Id="rId2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62.xml"/><Relationship Id="rId1" Type="http://schemas.openxmlformats.org/officeDocument/2006/relationships/slideLayout" Target="../slideLayouts/slideLayout40.xml"/><Relationship Id="rId2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64.xml"/><Relationship Id="rId28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66.xml"/><Relationship Id="rId5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5.xml"/><Relationship Id="rId29" Type="http://schemas.openxmlformats.org/officeDocument/2006/relationships/theme" Target="../theme/theme3.xml"/><Relationship Id="rId7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57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87.xml"/><Relationship Id="rId22" Type="http://schemas.openxmlformats.org/officeDocument/2006/relationships/slideLayout" Target="../slideLayouts/slideLayout89.xml"/><Relationship Id="rId21" Type="http://schemas.openxmlformats.org/officeDocument/2006/relationships/slideLayout" Target="../slideLayouts/slideLayout88.xml"/><Relationship Id="rId24" Type="http://schemas.openxmlformats.org/officeDocument/2006/relationships/slideLayout" Target="../slideLayouts/slideLayout91.xml"/><Relationship Id="rId23" Type="http://schemas.openxmlformats.org/officeDocument/2006/relationships/slideLayout" Target="../slideLayouts/slideLayout90.xml"/><Relationship Id="rId1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9.xml"/><Relationship Id="rId3" Type="http://schemas.openxmlformats.org/officeDocument/2006/relationships/slideLayout" Target="../slideLayouts/slideLayout70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26" Type="http://schemas.openxmlformats.org/officeDocument/2006/relationships/slideLayout" Target="../slideLayouts/slideLayout93.xml"/><Relationship Id="rId25" Type="http://schemas.openxmlformats.org/officeDocument/2006/relationships/slideLayout" Target="../slideLayouts/slideLayout92.xml"/><Relationship Id="rId28" Type="http://schemas.openxmlformats.org/officeDocument/2006/relationships/slideLayout" Target="../slideLayouts/slideLayout95.xml"/><Relationship Id="rId27" Type="http://schemas.openxmlformats.org/officeDocument/2006/relationships/slideLayout" Target="../slideLayouts/slideLayout94.xml"/><Relationship Id="rId5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3.xml"/><Relationship Id="rId29" Type="http://schemas.openxmlformats.org/officeDocument/2006/relationships/slideLayout" Target="../slideLayouts/slideLayout96.xml"/><Relationship Id="rId7" Type="http://schemas.openxmlformats.org/officeDocument/2006/relationships/slideLayout" Target="../slideLayouts/slideLayout74.xml"/><Relationship Id="rId8" Type="http://schemas.openxmlformats.org/officeDocument/2006/relationships/slideLayout" Target="../slideLayouts/slideLayout75.xml"/><Relationship Id="rId30" Type="http://schemas.openxmlformats.org/officeDocument/2006/relationships/theme" Target="../theme/theme1.xml"/><Relationship Id="rId11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79.xml"/><Relationship Id="rId15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1.xml"/><Relationship Id="rId17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83.xml"/><Relationship Id="rId19" Type="http://schemas.openxmlformats.org/officeDocument/2006/relationships/slideLayout" Target="../slideLayouts/slideLayout86.xml"/><Relationship Id="rId18" Type="http://schemas.openxmlformats.org/officeDocument/2006/relationships/slideLayout" Target="../slideLayouts/slideLayout8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b="1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b="1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11" name="Google Shape;411;p42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7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b="1" sz="3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b="1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38" name="Google Shape;738;p7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  <p:sldLayoutId id="2147483733" r:id="rId19"/>
    <p:sldLayoutId id="2147483734" r:id="rId20"/>
    <p:sldLayoutId id="2147483735" r:id="rId21"/>
    <p:sldLayoutId id="2147483736" r:id="rId22"/>
    <p:sldLayoutId id="2147483737" r:id="rId23"/>
    <p:sldLayoutId id="2147483738" r:id="rId24"/>
    <p:sldLayoutId id="2147483739" r:id="rId25"/>
    <p:sldLayoutId id="2147483740" r:id="rId26"/>
    <p:sldLayoutId id="2147483741" r:id="rId27"/>
    <p:sldLayoutId id="2147483742" r:id="rId28"/>
    <p:sldLayoutId id="2147483743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login.posit.cloud/login?redirect=%2Foauth%2Fauthorize%3Fredirect_uri%3Dhttps%253A%252F%252Fposit.cloud%252Flogin%26client_id%3Dposit-cloud%26response_type%3Dcode%26show_auth%3D0&amp;product=cloud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rive.google.com/drive/folders/1_Fw1MRoFaS56xIU0rtBlH6gOEa9uRqsW?usp=drive_link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101"/>
          <p:cNvSpPr txBox="1"/>
          <p:nvPr>
            <p:ph type="ctrTitle"/>
          </p:nvPr>
        </p:nvSpPr>
        <p:spPr>
          <a:xfrm>
            <a:off x="553125" y="912057"/>
            <a:ext cx="5579400" cy="298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2444">
                <a:solidFill>
                  <a:srgbClr val="134F5C"/>
                </a:solidFill>
                <a:latin typeface="Lexend"/>
                <a:ea typeface="Lexend"/>
                <a:cs typeface="Lexend"/>
                <a:sym typeface="Lexend"/>
              </a:rPr>
              <a:t>Introducing Technology Specifics</a:t>
            </a:r>
            <a:endParaRPr b="0" sz="2444">
              <a:solidFill>
                <a:srgbClr val="134F5C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0" sz="2444">
              <a:solidFill>
                <a:srgbClr val="134F5C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0000"/>
              </a:lnSpc>
              <a:spcBef>
                <a:spcPts val="1500"/>
              </a:spcBef>
              <a:spcAft>
                <a:spcPts val="800"/>
              </a:spcAft>
              <a:buNone/>
            </a:pPr>
            <a:r>
              <a:rPr b="0" lang="en" sz="2444">
                <a:solidFill>
                  <a:srgbClr val="134F5C"/>
                </a:solidFill>
                <a:latin typeface="Lexend"/>
                <a:ea typeface="Lexend"/>
                <a:cs typeface="Lexend"/>
                <a:sym typeface="Lexend"/>
              </a:rPr>
              <a:t>TYCDSI 2026</a:t>
            </a:r>
            <a:endParaRPr b="0" sz="2444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74" name="Google Shape;1074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3773" y="912050"/>
            <a:ext cx="2605375" cy="2473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10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</a:t>
            </a:r>
            <a:endParaRPr/>
          </a:p>
        </p:txBody>
      </p:sp>
      <p:pic>
        <p:nvPicPr>
          <p:cNvPr id="1080" name="Google Shape;1080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4175" y="1216100"/>
            <a:ext cx="6675650" cy="271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102"/>
          <p:cNvSpPr/>
          <p:nvPr/>
        </p:nvSpPr>
        <p:spPr>
          <a:xfrm>
            <a:off x="1703658" y="1273462"/>
            <a:ext cx="2897100" cy="11115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10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Ideal Data Science Deliverables</a:t>
            </a:r>
            <a:endParaRPr/>
          </a:p>
        </p:txBody>
      </p:sp>
      <p:sp>
        <p:nvSpPr>
          <p:cNvPr id="1087" name="Google Shape;1087;p103"/>
          <p:cNvSpPr txBox="1"/>
          <p:nvPr>
            <p:ph idx="1" type="body"/>
          </p:nvPr>
        </p:nvSpPr>
        <p:spPr>
          <a:xfrm>
            <a:off x="720000" y="1215750"/>
            <a:ext cx="7872600" cy="11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Notebook files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RMarkdown, Quarto, Jupyter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.Rmd/.qmd/.ipynb + .docx/.pdf/.html</a:t>
            </a:r>
            <a:endParaRPr sz="1800"/>
          </a:p>
        </p:txBody>
      </p:sp>
      <p:pic>
        <p:nvPicPr>
          <p:cNvPr id="1088" name="Google Shape;1088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3575" y="2513075"/>
            <a:ext cx="5505450" cy="19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104"/>
          <p:cNvSpPr txBox="1"/>
          <p:nvPr>
            <p:ph type="title"/>
          </p:nvPr>
        </p:nvSpPr>
        <p:spPr>
          <a:xfrm>
            <a:off x="720000" y="6081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Quarto Example in RStudio</a:t>
            </a:r>
            <a:endParaRPr/>
          </a:p>
        </p:txBody>
      </p:sp>
      <p:sp>
        <p:nvSpPr>
          <p:cNvPr id="1094" name="Google Shape;1094;p104"/>
          <p:cNvSpPr txBox="1"/>
          <p:nvPr>
            <p:ph idx="4294967295" type="body"/>
          </p:nvPr>
        </p:nvSpPr>
        <p:spPr>
          <a:xfrm>
            <a:off x="720000" y="1215750"/>
            <a:ext cx="7872600" cy="11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Activity Start: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Template Quarto file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All necessary files uploaded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Complete work in Quarto file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Render to html file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Export .qmd and .html file to submit!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Let’s see it in </a:t>
            </a:r>
            <a:r>
              <a:rPr b="1" lang="en" sz="1800" u="sng">
                <a:solidFill>
                  <a:schemeClr val="hlink"/>
                </a:solidFill>
                <a:hlinkClick r:id="rId3"/>
              </a:rPr>
              <a:t>RStudio</a:t>
            </a:r>
            <a:r>
              <a:rPr b="1" lang="en" sz="1800"/>
              <a:t>!</a:t>
            </a:r>
            <a:endParaRPr b="1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105"/>
          <p:cNvSpPr txBox="1"/>
          <p:nvPr>
            <p:ph type="title"/>
          </p:nvPr>
        </p:nvSpPr>
        <p:spPr>
          <a:xfrm>
            <a:off x="720000" y="6081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Learn by Doing Activity</a:t>
            </a:r>
            <a:endParaRPr sz="2400"/>
          </a:p>
        </p:txBody>
      </p:sp>
      <p:sp>
        <p:nvSpPr>
          <p:cNvPr id="1100" name="Google Shape;1100;p105"/>
          <p:cNvSpPr txBox="1"/>
          <p:nvPr>
            <p:ph idx="4294967295" type="body"/>
          </p:nvPr>
        </p:nvSpPr>
        <p:spPr>
          <a:xfrm>
            <a:off x="720000" y="1215750"/>
            <a:ext cx="7872600" cy="11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Download your own copy of the quarto and data files here (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link</a:t>
            </a:r>
            <a:r>
              <a:rPr lang="en" sz="1800"/>
              <a:t>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Upload them to your Posit Cloud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Check out the student qmd and attempt what you like!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Render the file to html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Try this before you even make any changes yourself!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Check out the key and sample submission files!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Export your qmd, html, and data files to your computer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Upload these files to your previous GitHub repository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" name="Google Shape;1105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075" y="0"/>
            <a:ext cx="8725427" cy="49859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6" name="Google Shape;1106;p106"/>
          <p:cNvCxnSpPr/>
          <p:nvPr/>
        </p:nvCxnSpPr>
        <p:spPr>
          <a:xfrm>
            <a:off x="4386200" y="3353725"/>
            <a:ext cx="911100" cy="9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bability and Statistics - Bachelor of Science in Mathematics by Slidesgo">
  <a:themeElements>
    <a:clrScheme name="Simple Light">
      <a:dk1>
        <a:srgbClr val="111520"/>
      </a:dk1>
      <a:lt1>
        <a:srgbClr val="E8E9EB"/>
      </a:lt1>
      <a:dk2>
        <a:srgbClr val="B4ADEA"/>
      </a:dk2>
      <a:lt2>
        <a:srgbClr val="0FD8AA"/>
      </a:lt2>
      <a:accent1>
        <a:srgbClr val="03A884"/>
      </a:accent1>
      <a:accent2>
        <a:srgbClr val="9E4AC5"/>
      </a:accent2>
      <a:accent3>
        <a:srgbClr val="5F0A87"/>
      </a:accent3>
      <a:accent4>
        <a:srgbClr val="D9D9D9"/>
      </a:accent4>
      <a:accent5>
        <a:srgbClr val="B7B7B7"/>
      </a:accent5>
      <a:accent6>
        <a:srgbClr val="FAFAFA"/>
      </a:accent6>
      <a:hlink>
        <a:srgbClr val="11152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bability and Statistics - Bachelor of Science in Mathematics by Slidesgo">
  <a:themeElements>
    <a:clrScheme name="Simple Light">
      <a:dk1>
        <a:srgbClr val="111520"/>
      </a:dk1>
      <a:lt1>
        <a:srgbClr val="E8E9EB"/>
      </a:lt1>
      <a:dk2>
        <a:srgbClr val="B4ADEA"/>
      </a:dk2>
      <a:lt2>
        <a:srgbClr val="0FD8AA"/>
      </a:lt2>
      <a:accent1>
        <a:srgbClr val="03A884"/>
      </a:accent1>
      <a:accent2>
        <a:srgbClr val="9E4AC5"/>
      </a:accent2>
      <a:accent3>
        <a:srgbClr val="5F0A87"/>
      </a:accent3>
      <a:accent4>
        <a:srgbClr val="D9D9D9"/>
      </a:accent4>
      <a:accent5>
        <a:srgbClr val="B7B7B7"/>
      </a:accent5>
      <a:accent6>
        <a:srgbClr val="FAFAFA"/>
      </a:accent6>
      <a:hlink>
        <a:srgbClr val="11152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Probability and Statistics - Bachelor of Science in Mathematics by Slidesgo">
  <a:themeElements>
    <a:clrScheme name="Simple Light">
      <a:dk1>
        <a:srgbClr val="111520"/>
      </a:dk1>
      <a:lt1>
        <a:srgbClr val="E8E9EB"/>
      </a:lt1>
      <a:dk2>
        <a:srgbClr val="B4ADEA"/>
      </a:dk2>
      <a:lt2>
        <a:srgbClr val="0FD8AA"/>
      </a:lt2>
      <a:accent1>
        <a:srgbClr val="03A884"/>
      </a:accent1>
      <a:accent2>
        <a:srgbClr val="9E4AC5"/>
      </a:accent2>
      <a:accent3>
        <a:srgbClr val="5F0A87"/>
      </a:accent3>
      <a:accent4>
        <a:srgbClr val="D9D9D9"/>
      </a:accent4>
      <a:accent5>
        <a:srgbClr val="B7B7B7"/>
      </a:accent5>
      <a:accent6>
        <a:srgbClr val="FAFAFA"/>
      </a:accent6>
      <a:hlink>
        <a:srgbClr val="11152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